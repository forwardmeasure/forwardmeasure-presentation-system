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baseline</c:v>
                </c:pt>
              </c:strCache>
            </c:strRef>
          </c:tx>
          <c:spPr>
            <a:solidFill>
              <a:srgbClr val="315D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28</c:v>
                </c:pt>
                <c:pt idx="2">
                  <c:v>24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Subject activity</c:v>
                </c:pt>
              </c:strCache>
            </c:strRef>
          </c:tx>
          <c:spPr>
            <a:solidFill>
              <a:srgbClr val="F15A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24</c:v>
                </c:pt>
                <c:pt idx="2">
                  <c:v>47</c:v>
                </c:pt>
                <c:pt idx="3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and Human Systems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presentation system for evidence-led human, operational, and technical narratives.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/ v0.3.2 / Roboto + orange-teal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assessment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indicates recurrent use of shared addresses, phones, and payment rails.</a:t>
            </a:r>
            <a:endParaRPr lang="en-US" sz="10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is consistent with coordinated facilitation rather than incidental overlap.</a:t>
            </a:r>
            <a:endParaRPr lang="en-US" sz="1000" dirty="0"/>
          </a:p>
        </p:txBody>
      </p:sp>
      <p:sp>
        <p:nvSpPr>
          <p:cNvPr id="5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entities may fragment activity and obscure beneficial control.</a:t>
            </a:r>
            <a:endParaRPr lang="en-US" sz="10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graph expansion, source validation, and human review.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Intelligence briefing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assessments, confidence language, and intelligence gaps.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vignette</a:t>
            </a:r>
            <a:endParaRPr lang="en-US" sz="2400" dirty="0"/>
          </a:p>
        </p:txBody>
      </p:sp>
      <p:sp>
        <p:nvSpPr>
          <p:cNvPr id="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“Human context is carried as evidence, not decoration.”</a:t>
            </a:r>
            <a:endParaRPr lang="en-US" sz="1400" dirty="0"/>
          </a:p>
        </p:txBody>
      </p:sp>
      <p:sp>
        <p:nvSpPr>
          <p:cNvPr id="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Relevant facts and limits of available evidence.</a:t>
            </a:r>
            <a:endParaRPr lang="en-US" sz="10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Analytical insight separated from source detail and known gaps.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bullet is a real editable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Press Enter to create the next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Tab and Shift+Tab for nested bullet levels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title, rule and content box share the same grid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Two-column content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point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or contrast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8424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67588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6752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5916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5080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315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525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B882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1919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800" dirty="0"/>
          </a:p>
        </p:txBody>
      </p:sp>
      <p:sp>
        <p:nvSpPr>
          <p:cNvPr id="2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pattern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60120" y="203911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orange signal marks the analytic focus. Red is reserved for confirmed risk or failure.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and control table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975104"/>
          <a:ext cx="10454640" cy="1554480"/>
        </p:xfrm>
        <a:graphic>
          <a:graphicData uri="http://schemas.openxmlformats.org/drawingml/2006/table">
            <a:tbl>
              <a:tblPr/>
              <a:tblGrid>
                <a:gridCol w="2613660"/>
                <a:gridCol w="2613660"/>
                <a:gridCol w="2613660"/>
                <a:gridCol w="261366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Risk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Control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Owner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State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False attribution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Source provenance + human review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Ops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Active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Model drift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Monitoring + challenge sets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MRM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9191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Gap</a:t>
                      </a:r>
                      <a:endParaRPr lang="en-US" sz="9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ForwardMeasure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ForwardMeasure specimen v0.3.2</dc:title>
  <dc:subject>Evidence and Human Systems v0.3.2</dc:subject>
  <dc:creator>ForwardMeasure</dc:creator>
  <cp:lastModifiedBy>ForwardMeasure</cp:lastModifiedBy>
  <cp:revision>1</cp:revision>
  <dcterms:created xsi:type="dcterms:W3CDTF">2026-08-03T16:46:27Z</dcterms:created>
  <dcterms:modified xsi:type="dcterms:W3CDTF">2026-08-03T16:46:27Z</dcterms:modified>
</cp:coreProperties>
</file>