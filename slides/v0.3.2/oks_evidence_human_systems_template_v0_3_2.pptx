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 or context</a:t>
            </a:r>
            <a:endParaRPr lang="en-US" sz="1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/ organisation / date</a:t>
            </a:r>
            <a:endParaRPr lang="en-US" sz="800" dirty="0"/>
          </a:p>
        </p:txBody>
      </p:sp>
      <p:sp>
        <p:nvSpPr>
          <p:cNvPr id="7" name="Shape 2"/>
          <p:cNvSpPr/>
          <p:nvPr/>
        </p:nvSpPr>
        <p:spPr>
          <a:xfrm>
            <a:off x="9253728" y="1207008"/>
            <a:ext cx="621792" cy="44348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1207008"/>
            <a:ext cx="310896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05872" y="1207008"/>
            <a:ext cx="109728" cy="4434840"/>
          </a:xfrm>
          <a:prstGeom prst="rect">
            <a:avLst/>
          </a:prstGeom>
          <a:solidFill>
            <a:srgbClr val="52525B"/>
          </a:solidFill>
          <a:ln w="12700">
            <a:solidFill>
              <a:srgbClr val="52525B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7922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34328" y="1792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</a:t>
            </a:r>
            <a:endParaRPr lang="en-US" sz="7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27024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3904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content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861304"/>
            <a:ext cx="10911840" cy="0"/>
          </a:xfrm>
          <a:prstGeom prst="line">
            <a:avLst/>
          </a:prstGeom>
          <a:noFill/>
          <a:ln w="7620">
            <a:solidFill>
              <a:srgbClr val="DCDCD6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5952744"/>
            <a:ext cx="10911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/ source / caveat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Assessm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1448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Vignett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28803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27632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2962656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Quotation or human context</a:t>
            </a:r>
            <a:endParaRPr lang="en-US" sz="14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 Exhibi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excerpt / document / image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0454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10512"/>
            <a:ext cx="10454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1 / Event 2 / Event 3</a:t>
            </a:r>
            <a:endParaRPr lang="en-US" sz="11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68680" y="3703320"/>
            <a:ext cx="10454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and open questions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/ geography / route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ity Network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network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action Patter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8521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627632"/>
            <a:ext cx="47396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tecture Diagram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Card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0992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1904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0992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1904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6" name="Text 13"/>
          <p:cNvSpPr/>
          <p:nvPr>
            <p:ph idx="114" type="body" hasCustomPrompt="1"/>
          </p:nvPr>
        </p:nvSpPr>
        <p:spPr>
          <a:xfrm>
            <a:off x="822960" y="1810512"/>
            <a:ext cx="10546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 / Inputs / Outputs / Limits / Validation / Owner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sk-Control Tab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| Control | Owner | State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dings and Confidenc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922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09956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59536" y="1828800"/>
            <a:ext cx="6035040" cy="43616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662672" y="1856232"/>
            <a:ext cx="36423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ended Ac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1417320"/>
          </a:xfrm>
          <a:prstGeom prst="rect">
            <a:avLst/>
          </a:prstGeom>
          <a:solidFill>
            <a:srgbClr val="FCE7DD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64992"/>
            <a:ext cx="10911840" cy="302666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1045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68680" y="3593592"/>
            <a:ext cx="10454640" cy="2615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Appendix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ID | Type | Extracted item | Use | Restriction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41832"/>
            <a:ext cx="45720" cy="38404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4183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description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OKS PowerPoint template v0.3.2</dc:title>
  <dc:subject>Evidence and Human Systems v0.3.2</dc:subject>
  <dc:creator>OKS Contributors</dc:creator>
  <cp:lastModifiedBy>OKS Contributors</cp:lastModifiedBy>
  <cp:revision>1</cp:revision>
  <dcterms:created xsi:type="dcterms:W3CDTF">2026-08-03T16:46:27Z</dcterms:created>
  <dcterms:modified xsi:type="dcterms:W3CDTF">2026-08-03T16:46:27Z</dcterms:modified>
</cp:coreProperties>
</file>