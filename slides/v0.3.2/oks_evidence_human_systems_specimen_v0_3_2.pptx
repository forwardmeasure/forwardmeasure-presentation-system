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Peer baseline</c:v>
                </c:pt>
              </c:strCache>
            </c:strRef>
          </c:tx>
          <c:spPr>
            <a:solidFill>
              <a:srgbClr val="315D7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W1</c:v>
                  </c:pt>
                  <c:pt idx="1">
                    <c:v>W2</c:v>
                  </c:pt>
                  <c:pt idx="2">
                    <c:v>W3</c:v>
                  </c:pt>
                  <c:pt idx="3">
                    <c:v>W4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20</c:v>
                </c:pt>
                <c:pt idx="1">
                  <c:v>28</c:v>
                </c:pt>
                <c:pt idx="2">
                  <c:v>24</c:v>
                </c:pt>
                <c:pt idx="3">
                  <c:v>22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Subject activity</c:v>
                </c:pt>
              </c:strCache>
            </c:strRef>
          </c:tx>
          <c:spPr>
            <a:solidFill>
              <a:srgbClr val="F15A2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W1</c:v>
                  </c:pt>
                  <c:pt idx="1">
                    <c:v>W2</c:v>
                  </c:pt>
                  <c:pt idx="2">
                    <c:v>W3</c:v>
                  </c:pt>
                  <c:pt idx="3">
                    <c:v>W4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20</c:v>
                </c:pt>
                <c:pt idx="1">
                  <c:v>24</c:v>
                </c:pt>
                <c:pt idx="2">
                  <c:v>47</c:v>
                </c:pt>
                <c:pt idx="3">
                  <c:v>64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Roboto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Roboto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M Title">
    <p:bg>
      <p:bgPr>
        <a:solidFill>
          <a:srgbClr val="F3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0624" y="201168"/>
            <a:ext cx="36576" cy="182880"/>
          </a:xfrm>
          <a:prstGeom prst="rect">
            <a:avLst/>
          </a:prstGeom>
          <a:solidFill>
            <a:srgbClr val="F15A24"/>
          </a:solidFill>
          <a:ln w="12700">
            <a:solidFill>
              <a:srgbClr val="F15A2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93776" y="164592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OKS</a:t>
            </a:r>
            <a:endParaRPr lang="en-US" sz="650" dirty="0"/>
          </a:p>
        </p:txBody>
      </p:sp>
      <p:sp>
        <p:nvSpPr>
          <p:cNvPr id="4" name="Text 2"/>
          <p:cNvSpPr/>
          <p:nvPr>
            <p:ph idx="102" type="title" hasCustomPrompt="1"/>
          </p:nvPr>
        </p:nvSpPr>
        <p:spPr>
          <a:xfrm>
            <a:off x="640080" y="1783080"/>
            <a:ext cx="6400800" cy="694944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indent="0" marL="0">
              <a:buNone/>
            </a:pPr>
            <a:r>
              <a:rPr lang="en-US" sz="30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Presentation title</a:t>
            </a:r>
            <a:endParaRPr lang="en-US" sz="3000" dirty="0"/>
          </a:p>
        </p:txBody>
      </p:sp>
      <p:sp>
        <p:nvSpPr>
          <p:cNvPr id="5" name="Text 2"/>
          <p:cNvSpPr/>
          <p:nvPr>
            <p:ph idx="103" type="body" hasCustomPrompt="1"/>
          </p:nvPr>
        </p:nvSpPr>
        <p:spPr>
          <a:xfrm>
            <a:off x="640080" y="2706624"/>
            <a:ext cx="562356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4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indent="0" marL="0">
              <a:buNone/>
            </a:pPr>
            <a:r>
              <a:rPr lang="en-US" sz="14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Subtitle or context</a:t>
            </a:r>
            <a:endParaRPr lang="en-US" sz="1400" dirty="0"/>
          </a:p>
        </p:txBody>
      </p:sp>
      <p:sp>
        <p:nvSpPr>
          <p:cNvPr id="6" name="Text 2"/>
          <p:cNvSpPr/>
          <p:nvPr>
            <p:ph idx="104" type="body" hasCustomPrompt="1"/>
          </p:nvPr>
        </p:nvSpPr>
        <p:spPr>
          <a:xfrm>
            <a:off x="640080" y="3337560"/>
            <a:ext cx="4937760" cy="219456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800" dirty="0">
                <a:solidFill>
                  <a:srgbClr val="85857D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indent="0" marL="0">
              <a:buNone/>
            </a:pPr>
            <a:r>
              <a:rPr lang="en-US" sz="800" dirty="0">
                <a:solidFill>
                  <a:srgbClr val="85857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Presenter / organisation / date</a:t>
            </a:r>
            <a:endParaRPr lang="en-US" sz="800" dirty="0"/>
          </a:p>
        </p:txBody>
      </p:sp>
      <p:sp>
        <p:nvSpPr>
          <p:cNvPr id="7" name="Shape 2"/>
          <p:cNvSpPr/>
          <p:nvPr/>
        </p:nvSpPr>
        <p:spPr>
          <a:xfrm>
            <a:off x="9253728" y="1207008"/>
            <a:ext cx="621792" cy="4434840"/>
          </a:xfrm>
          <a:prstGeom prst="rect">
            <a:avLst/>
          </a:prstGeom>
          <a:solidFill>
            <a:srgbClr val="F15A24"/>
          </a:solidFill>
          <a:ln w="12700">
            <a:solidFill>
              <a:srgbClr val="F15A24">
                <a:alpha val="0"/>
              </a:srgbClr>
            </a:solidFill>
            <a:prstDash val="solid"/>
          </a:ln>
        </p:spPr>
      </p:sp>
      <p:sp>
        <p:nvSpPr>
          <p:cNvPr id="8" name="Shape 3"/>
          <p:cNvSpPr/>
          <p:nvPr/>
        </p:nvSpPr>
        <p:spPr>
          <a:xfrm>
            <a:off x="9985248" y="1207008"/>
            <a:ext cx="310896" cy="44348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>
                <a:alpha val="0"/>
              </a:srgbClr>
            </a:solidFill>
            <a:prstDash val="solid"/>
          </a:ln>
        </p:spPr>
      </p:sp>
      <p:sp>
        <p:nvSpPr>
          <p:cNvPr id="9" name="Shape 4"/>
          <p:cNvSpPr/>
          <p:nvPr/>
        </p:nvSpPr>
        <p:spPr>
          <a:xfrm>
            <a:off x="10405872" y="1207008"/>
            <a:ext cx="109728" cy="4434840"/>
          </a:xfrm>
          <a:prstGeom prst="rect">
            <a:avLst/>
          </a:prstGeom>
          <a:solidFill>
            <a:srgbClr val="52525B"/>
          </a:solidFill>
          <a:ln w="12700">
            <a:solidFill>
              <a:srgbClr val="52525B">
                <a:alpha val="0"/>
              </a:srgbClr>
            </a:solidFill>
            <a:prstDash val="solid"/>
          </a:ln>
        </p:spPr>
      </p:sp>
      <p:sp>
        <p:nvSpPr>
          <p:cNvPr id="10" name="Text 5"/>
          <p:cNvSpPr/>
          <p:nvPr/>
        </p:nvSpPr>
        <p:spPr>
          <a:xfrm>
            <a:off x="640080" y="6537960"/>
            <a:ext cx="5212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5857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OKS · Evidence and Human Systems</a:t>
            </a:r>
            <a:endParaRPr lang="en-US" sz="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sic Content">
    <p:bg>
      <p:bgPr>
        <a:solidFill>
          <a:srgbClr val="F3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0624" y="201168"/>
            <a:ext cx="36576" cy="182880"/>
          </a:xfrm>
          <a:prstGeom prst="rect">
            <a:avLst/>
          </a:prstGeom>
          <a:solidFill>
            <a:srgbClr val="F15A24"/>
          </a:solidFill>
          <a:ln w="12700">
            <a:solidFill>
              <a:srgbClr val="F15A2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93776" y="164592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OKS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8351520" y="164592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85857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Open-source project template</a:t>
            </a:r>
            <a:endParaRPr lang="en-US" sz="650" dirty="0"/>
          </a:p>
        </p:txBody>
      </p:sp>
      <p:sp>
        <p:nvSpPr>
          <p:cNvPr id="5" name="Shape 3"/>
          <p:cNvSpPr/>
          <p:nvPr/>
        </p:nvSpPr>
        <p:spPr>
          <a:xfrm>
            <a:off x="640080" y="1371600"/>
            <a:ext cx="10911840" cy="0"/>
          </a:xfrm>
          <a:prstGeom prst="line">
            <a:avLst/>
          </a:prstGeom>
          <a:noFill/>
          <a:ln w="8890">
            <a:solidFill>
              <a:srgbClr val="DCDC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371600"/>
            <a:ext cx="329184" cy="0"/>
          </a:xfrm>
          <a:prstGeom prst="line">
            <a:avLst/>
          </a:prstGeom>
          <a:noFill/>
          <a:ln w="27940">
            <a:solidFill>
              <a:srgbClr val="F15A2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24128" y="1371600"/>
            <a:ext cx="329184" cy="0"/>
          </a:xfrm>
          <a:prstGeom prst="line">
            <a:avLst/>
          </a:prstGeom>
          <a:noFill/>
          <a:ln w="2794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6537960"/>
            <a:ext cx="5212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5857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OKS · Evidence and Human Systems</a:t>
            </a:r>
            <a:endParaRPr lang="en-US" sz="800" dirty="0"/>
          </a:p>
        </p:txBody>
      </p:sp>
      <p:sp>
        <p:nvSpPr>
          <p:cNvPr id="9" name="Text 7"/>
          <p:cNvSpPr/>
          <p:nvPr>
            <p:ph idx="107" type="title" hasCustomPrompt="1"/>
          </p:nvPr>
        </p:nvSpPr>
        <p:spPr>
          <a:xfrm>
            <a:off x="640080" y="530352"/>
            <a:ext cx="10911840" cy="74980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4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indent="0" marL="0">
              <a:buNone/>
            </a:pPr>
            <a:r>
              <a:rPr lang="en-US" sz="24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Slide title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640080" y="1627632"/>
            <a:ext cx="10911840" cy="4764024"/>
          </a:xfrm>
          <a:prstGeom prst="rect">
            <a:avLst/>
          </a:prstGeom>
          <a:solidFill>
            <a:srgbClr val="FBFBF9"/>
          </a:solidFill>
          <a:ln w="8890">
            <a:solidFill>
              <a:srgbClr val="DCDCD6"/>
            </a:solidFill>
            <a:prstDash val="solid"/>
          </a:ln>
        </p:spPr>
      </p:sp>
      <p:sp>
        <p:nvSpPr>
          <p:cNvPr id="11" name="Text 8"/>
          <p:cNvSpPr/>
          <p:nvPr>
            <p:ph idx="109" type="body" hasCustomPrompt="1"/>
          </p:nvPr>
        </p:nvSpPr>
        <p:spPr>
          <a:xfrm>
            <a:off x="841248" y="1810512"/>
            <a:ext cx="10509504" cy="44348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342900" indent="-342900">
              <a:buSzPct val="100000"/>
              <a:buChar char="•"/>
              <a:defRPr lang="en-US" sz="17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Click to add bullet text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Click to add another bullet</a:t>
            </a:r>
            <a:endParaRPr lang="en-US" sz="17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-Column Content">
    <p:bg>
      <p:bgPr>
        <a:solidFill>
          <a:srgbClr val="F3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0624" y="201168"/>
            <a:ext cx="36576" cy="182880"/>
          </a:xfrm>
          <a:prstGeom prst="rect">
            <a:avLst/>
          </a:prstGeom>
          <a:solidFill>
            <a:srgbClr val="F15A24"/>
          </a:solidFill>
          <a:ln w="12700">
            <a:solidFill>
              <a:srgbClr val="F15A2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93776" y="164592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OKS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8351520" y="164592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85857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Open-source project template</a:t>
            </a:r>
            <a:endParaRPr lang="en-US" sz="650" dirty="0"/>
          </a:p>
        </p:txBody>
      </p:sp>
      <p:sp>
        <p:nvSpPr>
          <p:cNvPr id="5" name="Shape 3"/>
          <p:cNvSpPr/>
          <p:nvPr/>
        </p:nvSpPr>
        <p:spPr>
          <a:xfrm>
            <a:off x="640080" y="1371600"/>
            <a:ext cx="10911840" cy="0"/>
          </a:xfrm>
          <a:prstGeom prst="line">
            <a:avLst/>
          </a:prstGeom>
          <a:noFill/>
          <a:ln w="8890">
            <a:solidFill>
              <a:srgbClr val="DCDC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371600"/>
            <a:ext cx="329184" cy="0"/>
          </a:xfrm>
          <a:prstGeom prst="line">
            <a:avLst/>
          </a:prstGeom>
          <a:noFill/>
          <a:ln w="27940">
            <a:solidFill>
              <a:srgbClr val="F15A2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24128" y="1371600"/>
            <a:ext cx="329184" cy="0"/>
          </a:xfrm>
          <a:prstGeom prst="line">
            <a:avLst/>
          </a:prstGeom>
          <a:noFill/>
          <a:ln w="2794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6537960"/>
            <a:ext cx="5212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5857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OKS · Evidence and Human Systems</a:t>
            </a:r>
            <a:endParaRPr lang="en-US" sz="800" dirty="0"/>
          </a:p>
        </p:txBody>
      </p:sp>
      <p:sp>
        <p:nvSpPr>
          <p:cNvPr id="9" name="Text 7"/>
          <p:cNvSpPr/>
          <p:nvPr>
            <p:ph idx="107" type="title" hasCustomPrompt="1"/>
          </p:nvPr>
        </p:nvSpPr>
        <p:spPr>
          <a:xfrm>
            <a:off x="640080" y="530352"/>
            <a:ext cx="10911840" cy="74980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4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indent="0" marL="0">
              <a:buNone/>
            </a:pPr>
            <a:r>
              <a:rPr lang="en-US" sz="24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Slide title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640080" y="1627632"/>
            <a:ext cx="5300472" cy="4764024"/>
          </a:xfrm>
          <a:prstGeom prst="rect">
            <a:avLst/>
          </a:prstGeom>
          <a:solidFill>
            <a:srgbClr val="FBFBF9"/>
          </a:solidFill>
          <a:ln w="8890">
            <a:solidFill>
              <a:srgbClr val="DCDCD6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251448" y="1627632"/>
            <a:ext cx="5300472" cy="4764024"/>
          </a:xfrm>
          <a:prstGeom prst="rect">
            <a:avLst/>
          </a:prstGeom>
          <a:solidFill>
            <a:srgbClr val="FBFBF9"/>
          </a:solidFill>
          <a:ln w="8890">
            <a:solidFill>
              <a:srgbClr val="DCDCD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1792224"/>
            <a:ext cx="1188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15A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LEFT COLUMN</a:t>
            </a:r>
            <a:endParaRPr lang="en-US" sz="700" dirty="0"/>
          </a:p>
        </p:txBody>
      </p:sp>
      <p:sp>
        <p:nvSpPr>
          <p:cNvPr id="13" name="Text 10"/>
          <p:cNvSpPr/>
          <p:nvPr/>
        </p:nvSpPr>
        <p:spPr>
          <a:xfrm>
            <a:off x="6434328" y="1792224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D948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RIGHT COLUMN</a:t>
            </a:r>
            <a:endParaRPr lang="en-US" sz="700" dirty="0"/>
          </a:p>
        </p:txBody>
      </p:sp>
      <p:sp>
        <p:nvSpPr>
          <p:cNvPr id="14" name="Text 11"/>
          <p:cNvSpPr/>
          <p:nvPr>
            <p:ph idx="112" type="body" hasCustomPrompt="1"/>
          </p:nvPr>
        </p:nvSpPr>
        <p:spPr>
          <a:xfrm>
            <a:off x="841248" y="2139696"/>
            <a:ext cx="4898136" cy="4087368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342900" indent="-342900">
              <a:buSzPct val="100000"/>
              <a:buChar char="•"/>
              <a:defRPr lang="en-US" sz="15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Click to add bullet text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Click to add another bullet</a:t>
            </a:r>
            <a:endParaRPr lang="en-US" sz="1500" dirty="0"/>
          </a:p>
        </p:txBody>
      </p:sp>
      <p:sp>
        <p:nvSpPr>
          <p:cNvPr id="15" name="Text 11"/>
          <p:cNvSpPr/>
          <p:nvPr>
            <p:ph idx="113" type="body" hasCustomPrompt="1"/>
          </p:nvPr>
        </p:nvSpPr>
        <p:spPr>
          <a:xfrm>
            <a:off x="6452616" y="2139696"/>
            <a:ext cx="4898136" cy="4087368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342900" indent="-342900">
              <a:buSzPct val="100000"/>
              <a:buChar char="•"/>
              <a:defRPr lang="en-US" sz="15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Click to add bullet text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Click to add another bullet</a:t>
            </a:r>
            <a:endParaRPr lang="en-US" sz="150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bg>
      <p:bgPr>
        <a:solidFill>
          <a:srgbClr val="F3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0624" y="201168"/>
            <a:ext cx="36576" cy="182880"/>
          </a:xfrm>
          <a:prstGeom prst="rect">
            <a:avLst/>
          </a:prstGeom>
          <a:solidFill>
            <a:srgbClr val="F15A24"/>
          </a:solidFill>
          <a:ln w="12700">
            <a:solidFill>
              <a:srgbClr val="F15A2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93776" y="164592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OKS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8351520" y="164592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85857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Open-source project template</a:t>
            </a:r>
            <a:endParaRPr lang="en-US" sz="650" dirty="0"/>
          </a:p>
        </p:txBody>
      </p:sp>
      <p:sp>
        <p:nvSpPr>
          <p:cNvPr id="5" name="Shape 3"/>
          <p:cNvSpPr/>
          <p:nvPr/>
        </p:nvSpPr>
        <p:spPr>
          <a:xfrm>
            <a:off x="640080" y="1371600"/>
            <a:ext cx="10911840" cy="0"/>
          </a:xfrm>
          <a:prstGeom prst="line">
            <a:avLst/>
          </a:prstGeom>
          <a:noFill/>
          <a:ln w="8890">
            <a:solidFill>
              <a:srgbClr val="DCDC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371600"/>
            <a:ext cx="329184" cy="0"/>
          </a:xfrm>
          <a:prstGeom prst="line">
            <a:avLst/>
          </a:prstGeom>
          <a:noFill/>
          <a:ln w="27940">
            <a:solidFill>
              <a:srgbClr val="F15A2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24128" y="1371600"/>
            <a:ext cx="329184" cy="0"/>
          </a:xfrm>
          <a:prstGeom prst="line">
            <a:avLst/>
          </a:prstGeom>
          <a:noFill/>
          <a:ln w="2794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6537960"/>
            <a:ext cx="5212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5857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OKS · Evidence and Human Systems</a:t>
            </a:r>
            <a:endParaRPr lang="en-US" sz="800" dirty="0"/>
          </a:p>
        </p:txBody>
      </p:sp>
      <p:sp>
        <p:nvSpPr>
          <p:cNvPr id="9" name="Text 7"/>
          <p:cNvSpPr/>
          <p:nvPr>
            <p:ph idx="107" type="title" hasCustomPrompt="1"/>
          </p:nvPr>
        </p:nvSpPr>
        <p:spPr>
          <a:xfrm>
            <a:off x="640080" y="530352"/>
            <a:ext cx="10911840" cy="74980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4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indent="0" marL="0">
              <a:buNone/>
            </a:pPr>
            <a:r>
              <a:rPr lang="en-US" sz="24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Slide title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640080" y="1627632"/>
            <a:ext cx="10911840" cy="4270248"/>
          </a:xfrm>
          <a:prstGeom prst="rect">
            <a:avLst/>
          </a:prstGeom>
          <a:solidFill>
            <a:srgbClr val="FBFBF9"/>
          </a:solidFill>
          <a:ln w="8890">
            <a:solidFill>
              <a:srgbClr val="DCDCD6"/>
            </a:solidFill>
            <a:prstDash val="solid"/>
          </a:ln>
        </p:spPr>
      </p:sp>
      <p:sp>
        <p:nvSpPr>
          <p:cNvPr id="11" name="Text 8"/>
          <p:cNvSpPr/>
          <p:nvPr>
            <p:ph idx="109" type="body" hasCustomPrompt="1"/>
          </p:nvPr>
        </p:nvSpPr>
        <p:spPr>
          <a:xfrm>
            <a:off x="841248" y="1810512"/>
            <a:ext cx="10509504" cy="390448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indent="0" marL="0">
              <a:buNone/>
            </a:pPr>
            <a:r>
              <a:rPr lang="en-US" sz="16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Click to add content</a:t>
            </a:r>
            <a:endParaRPr lang="en-US" sz="1600" dirty="0"/>
          </a:p>
        </p:txBody>
      </p:sp>
      <p:sp>
        <p:nvSpPr>
          <p:cNvPr id="12" name="Shape 8"/>
          <p:cNvSpPr/>
          <p:nvPr/>
        </p:nvSpPr>
        <p:spPr>
          <a:xfrm>
            <a:off x="640080" y="5861304"/>
            <a:ext cx="10911840" cy="0"/>
          </a:xfrm>
          <a:prstGeom prst="line">
            <a:avLst/>
          </a:prstGeom>
          <a:noFill/>
          <a:ln w="7620">
            <a:solidFill>
              <a:srgbClr val="DCDCD6"/>
            </a:solidFill>
            <a:prstDash val="solid"/>
          </a:ln>
        </p:spPr>
      </p:sp>
      <p:sp>
        <p:nvSpPr>
          <p:cNvPr id="13" name="Text 9"/>
          <p:cNvSpPr/>
          <p:nvPr>
            <p:ph idx="111" type="body" hasCustomPrompt="1"/>
          </p:nvPr>
        </p:nvSpPr>
        <p:spPr>
          <a:xfrm>
            <a:off x="640080" y="5952744"/>
            <a:ext cx="10911840" cy="310896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8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indent="0" marL="0">
              <a:buNone/>
            </a:pPr>
            <a:r>
              <a:rPr lang="en-US" sz="8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Caption / source / caveat</a:t>
            </a:r>
            <a:endParaRPr lang="en-US" sz="800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xecutive Assessment">
    <p:bg>
      <p:bgPr>
        <a:solidFill>
          <a:srgbClr val="F3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0624" y="201168"/>
            <a:ext cx="36576" cy="182880"/>
          </a:xfrm>
          <a:prstGeom prst="rect">
            <a:avLst/>
          </a:prstGeom>
          <a:solidFill>
            <a:srgbClr val="F15A24"/>
          </a:solidFill>
          <a:ln w="12700">
            <a:solidFill>
              <a:srgbClr val="F15A2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93776" y="164592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OKS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8351520" y="164592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85857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Open-source project template</a:t>
            </a:r>
            <a:endParaRPr lang="en-US" sz="650" dirty="0"/>
          </a:p>
        </p:txBody>
      </p:sp>
      <p:sp>
        <p:nvSpPr>
          <p:cNvPr id="5" name="Shape 3"/>
          <p:cNvSpPr/>
          <p:nvPr/>
        </p:nvSpPr>
        <p:spPr>
          <a:xfrm>
            <a:off x="640080" y="1371600"/>
            <a:ext cx="10911840" cy="0"/>
          </a:xfrm>
          <a:prstGeom prst="line">
            <a:avLst/>
          </a:prstGeom>
          <a:noFill/>
          <a:ln w="8890">
            <a:solidFill>
              <a:srgbClr val="DCDC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371600"/>
            <a:ext cx="329184" cy="0"/>
          </a:xfrm>
          <a:prstGeom prst="line">
            <a:avLst/>
          </a:prstGeom>
          <a:noFill/>
          <a:ln w="27940">
            <a:solidFill>
              <a:srgbClr val="F15A2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24128" y="1371600"/>
            <a:ext cx="329184" cy="0"/>
          </a:xfrm>
          <a:prstGeom prst="line">
            <a:avLst/>
          </a:prstGeom>
          <a:noFill/>
          <a:ln w="2794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6537960"/>
            <a:ext cx="5212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5857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OKS · Evidence and Human Systems</a:t>
            </a:r>
            <a:endParaRPr lang="en-US" sz="800" dirty="0"/>
          </a:p>
        </p:txBody>
      </p:sp>
      <p:sp>
        <p:nvSpPr>
          <p:cNvPr id="9" name="Text 7"/>
          <p:cNvSpPr/>
          <p:nvPr>
            <p:ph idx="107" type="title" hasCustomPrompt="1"/>
          </p:nvPr>
        </p:nvSpPr>
        <p:spPr>
          <a:xfrm>
            <a:off x="640080" y="530352"/>
            <a:ext cx="10911840" cy="74980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4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indent="0" marL="0">
              <a:buNone/>
            </a:pPr>
            <a:r>
              <a:rPr lang="en-US" sz="24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Slide title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640080" y="1627632"/>
            <a:ext cx="5300472" cy="1024128"/>
          </a:xfrm>
          <a:prstGeom prst="rect">
            <a:avLst/>
          </a:prstGeom>
          <a:solidFill>
            <a:srgbClr val="FBFBF9"/>
          </a:solidFill>
          <a:ln w="8890">
            <a:solidFill>
              <a:srgbClr val="DCDCD6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251448" y="1627632"/>
            <a:ext cx="5300472" cy="1024128"/>
          </a:xfrm>
          <a:prstGeom prst="rect">
            <a:avLst/>
          </a:prstGeom>
          <a:solidFill>
            <a:srgbClr val="FBFBF9"/>
          </a:solidFill>
          <a:ln w="8890">
            <a:solidFill>
              <a:srgbClr val="DCDCD6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40080" y="2962656"/>
            <a:ext cx="5300472" cy="1024128"/>
          </a:xfrm>
          <a:prstGeom prst="rect">
            <a:avLst/>
          </a:prstGeom>
          <a:solidFill>
            <a:srgbClr val="FBFBF9"/>
          </a:solidFill>
          <a:ln w="8890">
            <a:solidFill>
              <a:srgbClr val="DCDCD6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251448" y="2962656"/>
            <a:ext cx="5300472" cy="1024128"/>
          </a:xfrm>
          <a:prstGeom prst="rect">
            <a:avLst/>
          </a:prstGeom>
          <a:solidFill>
            <a:srgbClr val="FBFBF9"/>
          </a:solidFill>
          <a:ln w="8890">
            <a:solidFill>
              <a:srgbClr val="DCDCD6"/>
            </a:solidFill>
            <a:prstDash val="solid"/>
          </a:ln>
        </p:spPr>
      </p:sp>
      <p:sp>
        <p:nvSpPr>
          <p:cNvPr id="14" name="Text 11"/>
          <p:cNvSpPr/>
          <p:nvPr>
            <p:ph idx="112" type="body" hasCustomPrompt="1"/>
          </p:nvPr>
        </p:nvSpPr>
        <p:spPr>
          <a:xfrm>
            <a:off x="804672" y="1792224"/>
            <a:ext cx="489204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0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indent="0" marL="0">
              <a:buNone/>
            </a:pPr>
            <a:r>
              <a:rPr lang="en-US" sz="10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Observation</a:t>
            </a:r>
            <a:endParaRPr lang="en-US" sz="1000" dirty="0"/>
          </a:p>
        </p:txBody>
      </p:sp>
      <p:sp>
        <p:nvSpPr>
          <p:cNvPr id="15" name="Text 11"/>
          <p:cNvSpPr/>
          <p:nvPr>
            <p:ph idx="113" type="body" hasCustomPrompt="1"/>
          </p:nvPr>
        </p:nvSpPr>
        <p:spPr>
          <a:xfrm>
            <a:off x="6416040" y="1792224"/>
            <a:ext cx="489204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0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indent="0" marL="0">
              <a:buNone/>
            </a:pPr>
            <a:r>
              <a:rPr lang="en-US" sz="10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Assessment</a:t>
            </a:r>
            <a:endParaRPr lang="en-US" sz="1000" dirty="0"/>
          </a:p>
        </p:txBody>
      </p:sp>
      <p:sp>
        <p:nvSpPr>
          <p:cNvPr id="16" name="Text 11"/>
          <p:cNvSpPr/>
          <p:nvPr>
            <p:ph idx="114" type="body" hasCustomPrompt="1"/>
          </p:nvPr>
        </p:nvSpPr>
        <p:spPr>
          <a:xfrm>
            <a:off x="804672" y="3127248"/>
            <a:ext cx="489204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0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indent="0" marL="0">
              <a:buNone/>
            </a:pPr>
            <a:r>
              <a:rPr lang="en-US" sz="10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Hypothesis</a:t>
            </a:r>
            <a:endParaRPr lang="en-US" sz="1000" dirty="0"/>
          </a:p>
        </p:txBody>
      </p:sp>
      <p:sp>
        <p:nvSpPr>
          <p:cNvPr id="17" name="Text 11"/>
          <p:cNvSpPr/>
          <p:nvPr>
            <p:ph idx="115" type="body" hasCustomPrompt="1"/>
          </p:nvPr>
        </p:nvSpPr>
        <p:spPr>
          <a:xfrm>
            <a:off x="6416040" y="3127248"/>
            <a:ext cx="489204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0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indent="0" marL="0">
              <a:buNone/>
            </a:pPr>
            <a:r>
              <a:rPr lang="en-US" sz="10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Recommended action</a:t>
            </a:r>
            <a:endParaRPr lang="en-US" sz="1000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se Vignette">
    <p:bg>
      <p:bgPr>
        <a:solidFill>
          <a:srgbClr val="F3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0624" y="201168"/>
            <a:ext cx="36576" cy="182880"/>
          </a:xfrm>
          <a:prstGeom prst="rect">
            <a:avLst/>
          </a:prstGeom>
          <a:solidFill>
            <a:srgbClr val="F15A24"/>
          </a:solidFill>
          <a:ln w="12700">
            <a:solidFill>
              <a:srgbClr val="F15A2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93776" y="164592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OKS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8351520" y="164592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85857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Open-source project template</a:t>
            </a:r>
            <a:endParaRPr lang="en-US" sz="650" dirty="0"/>
          </a:p>
        </p:txBody>
      </p:sp>
      <p:sp>
        <p:nvSpPr>
          <p:cNvPr id="5" name="Shape 3"/>
          <p:cNvSpPr/>
          <p:nvPr/>
        </p:nvSpPr>
        <p:spPr>
          <a:xfrm>
            <a:off x="640080" y="1371600"/>
            <a:ext cx="10911840" cy="0"/>
          </a:xfrm>
          <a:prstGeom prst="line">
            <a:avLst/>
          </a:prstGeom>
          <a:noFill/>
          <a:ln w="8890">
            <a:solidFill>
              <a:srgbClr val="DCDC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371600"/>
            <a:ext cx="329184" cy="0"/>
          </a:xfrm>
          <a:prstGeom prst="line">
            <a:avLst/>
          </a:prstGeom>
          <a:noFill/>
          <a:ln w="27940">
            <a:solidFill>
              <a:srgbClr val="F15A2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24128" y="1371600"/>
            <a:ext cx="329184" cy="0"/>
          </a:xfrm>
          <a:prstGeom prst="line">
            <a:avLst/>
          </a:prstGeom>
          <a:noFill/>
          <a:ln w="2794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6537960"/>
            <a:ext cx="5212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5857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OKS · Evidence and Human Systems</a:t>
            </a:r>
            <a:endParaRPr lang="en-US" sz="800" dirty="0"/>
          </a:p>
        </p:txBody>
      </p:sp>
      <p:sp>
        <p:nvSpPr>
          <p:cNvPr id="9" name="Text 7"/>
          <p:cNvSpPr/>
          <p:nvPr>
            <p:ph idx="107" type="title" hasCustomPrompt="1"/>
          </p:nvPr>
        </p:nvSpPr>
        <p:spPr>
          <a:xfrm>
            <a:off x="640080" y="530352"/>
            <a:ext cx="10911840" cy="74980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4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indent="0" marL="0">
              <a:buNone/>
            </a:pPr>
            <a:r>
              <a:rPr lang="en-US" sz="24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Slide title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640080" y="1627632"/>
            <a:ext cx="2880360" cy="4764024"/>
          </a:xfrm>
          <a:prstGeom prst="rect">
            <a:avLst/>
          </a:prstGeom>
          <a:solidFill>
            <a:srgbClr val="FBFBF9"/>
          </a:solidFill>
          <a:ln w="8890">
            <a:solidFill>
              <a:srgbClr val="DCDCD6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840480" y="1627632"/>
            <a:ext cx="7711440" cy="1060704"/>
          </a:xfrm>
          <a:prstGeom prst="rect">
            <a:avLst/>
          </a:prstGeom>
          <a:solidFill>
            <a:srgbClr val="FBFBF9"/>
          </a:solidFill>
          <a:ln w="8890">
            <a:solidFill>
              <a:srgbClr val="DCDCD6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840480" y="2962656"/>
            <a:ext cx="7711440" cy="1060704"/>
          </a:xfrm>
          <a:prstGeom prst="rect">
            <a:avLst/>
          </a:prstGeom>
          <a:solidFill>
            <a:srgbClr val="FBFBF9"/>
          </a:solidFill>
          <a:ln w="8890">
            <a:solidFill>
              <a:srgbClr val="DCDCD6"/>
            </a:solidFill>
            <a:prstDash val="solid"/>
          </a:ln>
        </p:spPr>
      </p:sp>
      <p:sp>
        <p:nvSpPr>
          <p:cNvPr id="13" name="Text 10"/>
          <p:cNvSpPr/>
          <p:nvPr>
            <p:ph idx="111" type="body" hasCustomPrompt="1"/>
          </p:nvPr>
        </p:nvSpPr>
        <p:spPr>
          <a:xfrm>
            <a:off x="896112" y="1938528"/>
            <a:ext cx="2331720" cy="9601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4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indent="0" marL="0">
              <a:buNone/>
            </a:pPr>
            <a:r>
              <a:rPr lang="en-US" sz="14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Quotation or human context</a:t>
            </a:r>
            <a:endParaRPr lang="en-US" sz="1400" dirty="0"/>
          </a:p>
        </p:txBody>
      </p:sp>
      <p:sp>
        <p:nvSpPr>
          <p:cNvPr id="14" name="Text 10"/>
          <p:cNvSpPr/>
          <p:nvPr>
            <p:ph idx="112" type="body" hasCustomPrompt="1"/>
          </p:nvPr>
        </p:nvSpPr>
        <p:spPr>
          <a:xfrm>
            <a:off x="4069080" y="1856232"/>
            <a:ext cx="7299960" cy="530352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0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indent="0" marL="0">
              <a:buNone/>
            </a:pPr>
            <a:r>
              <a:rPr lang="en-US" sz="10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Context</a:t>
            </a:r>
            <a:endParaRPr lang="en-US" sz="1000" dirty="0"/>
          </a:p>
        </p:txBody>
      </p:sp>
      <p:sp>
        <p:nvSpPr>
          <p:cNvPr id="15" name="Text 10"/>
          <p:cNvSpPr/>
          <p:nvPr>
            <p:ph idx="113" type="body" hasCustomPrompt="1"/>
          </p:nvPr>
        </p:nvSpPr>
        <p:spPr>
          <a:xfrm>
            <a:off x="4069080" y="3200400"/>
            <a:ext cx="7299960" cy="530352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0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indent="0" marL="0">
              <a:buNone/>
            </a:pPr>
            <a:r>
              <a:rPr lang="en-US" sz="10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Judgement</a:t>
            </a:r>
            <a:endParaRPr lang="en-US" sz="1000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vidence Exhibit">
    <p:bg>
      <p:bgPr>
        <a:solidFill>
          <a:srgbClr val="F3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0624" y="201168"/>
            <a:ext cx="36576" cy="182880"/>
          </a:xfrm>
          <a:prstGeom prst="rect">
            <a:avLst/>
          </a:prstGeom>
          <a:solidFill>
            <a:srgbClr val="F15A24"/>
          </a:solidFill>
          <a:ln w="12700">
            <a:solidFill>
              <a:srgbClr val="F15A2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93776" y="164592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OKS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8351520" y="164592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85857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Open-source project template</a:t>
            </a:r>
            <a:endParaRPr lang="en-US" sz="650" dirty="0"/>
          </a:p>
        </p:txBody>
      </p:sp>
      <p:sp>
        <p:nvSpPr>
          <p:cNvPr id="5" name="Shape 3"/>
          <p:cNvSpPr/>
          <p:nvPr/>
        </p:nvSpPr>
        <p:spPr>
          <a:xfrm>
            <a:off x="640080" y="1371600"/>
            <a:ext cx="10911840" cy="0"/>
          </a:xfrm>
          <a:prstGeom prst="line">
            <a:avLst/>
          </a:prstGeom>
          <a:noFill/>
          <a:ln w="8890">
            <a:solidFill>
              <a:srgbClr val="DCDC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371600"/>
            <a:ext cx="329184" cy="0"/>
          </a:xfrm>
          <a:prstGeom prst="line">
            <a:avLst/>
          </a:prstGeom>
          <a:noFill/>
          <a:ln w="27940">
            <a:solidFill>
              <a:srgbClr val="F15A2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24128" y="1371600"/>
            <a:ext cx="329184" cy="0"/>
          </a:xfrm>
          <a:prstGeom prst="line">
            <a:avLst/>
          </a:prstGeom>
          <a:noFill/>
          <a:ln w="2794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6537960"/>
            <a:ext cx="5212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5857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OKS · Evidence and Human Systems</a:t>
            </a:r>
            <a:endParaRPr lang="en-US" sz="800" dirty="0"/>
          </a:p>
        </p:txBody>
      </p:sp>
      <p:sp>
        <p:nvSpPr>
          <p:cNvPr id="9" name="Text 7"/>
          <p:cNvSpPr/>
          <p:nvPr>
            <p:ph idx="107" type="title" hasCustomPrompt="1"/>
          </p:nvPr>
        </p:nvSpPr>
        <p:spPr>
          <a:xfrm>
            <a:off x="640080" y="530352"/>
            <a:ext cx="10911840" cy="74980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4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indent="0" marL="0">
              <a:buNone/>
            </a:pPr>
            <a:r>
              <a:rPr lang="en-US" sz="24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Slide title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640080" y="1627632"/>
            <a:ext cx="6400800" cy="4764024"/>
          </a:xfrm>
          <a:prstGeom prst="rect">
            <a:avLst/>
          </a:prstGeom>
          <a:solidFill>
            <a:srgbClr val="FBFBF9"/>
          </a:solidFill>
          <a:ln w="8890">
            <a:solidFill>
              <a:srgbClr val="DCDCD6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360920" y="1627632"/>
            <a:ext cx="4191000" cy="4764024"/>
          </a:xfrm>
          <a:prstGeom prst="rect">
            <a:avLst/>
          </a:prstGeom>
          <a:solidFill>
            <a:srgbClr val="FBFBF9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9"/>
          <p:cNvSpPr/>
          <p:nvPr>
            <p:ph idx="110" type="body" hasCustomPrompt="1"/>
          </p:nvPr>
        </p:nvSpPr>
        <p:spPr>
          <a:xfrm>
            <a:off x="868680" y="1856232"/>
            <a:ext cx="5943600" cy="4306824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indent="0" marL="0">
              <a:buNone/>
            </a:pPr>
            <a:r>
              <a:rPr lang="en-US" sz="12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Evidence excerpt / document / image</a:t>
            </a:r>
            <a:endParaRPr lang="en-US" sz="1200" dirty="0"/>
          </a:p>
        </p:txBody>
      </p:sp>
      <p:sp>
        <p:nvSpPr>
          <p:cNvPr id="13" name="Text 9"/>
          <p:cNvSpPr/>
          <p:nvPr>
            <p:ph idx="111" type="body" hasCustomPrompt="1"/>
          </p:nvPr>
        </p:nvSpPr>
        <p:spPr>
          <a:xfrm>
            <a:off x="7571232" y="1856232"/>
            <a:ext cx="3733800" cy="4306824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9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indent="0" marL="0">
              <a:buNone/>
            </a:pPr>
            <a:r>
              <a:rPr lang="en-US" sz="9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Observation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Source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Confidence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Limits</a:t>
            </a:r>
            <a:endParaRPr lang="en-US" sz="900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meline">
    <p:bg>
      <p:bgPr>
        <a:solidFill>
          <a:srgbClr val="F3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0624" y="201168"/>
            <a:ext cx="36576" cy="182880"/>
          </a:xfrm>
          <a:prstGeom prst="rect">
            <a:avLst/>
          </a:prstGeom>
          <a:solidFill>
            <a:srgbClr val="F15A24"/>
          </a:solidFill>
          <a:ln w="12700">
            <a:solidFill>
              <a:srgbClr val="F15A2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93776" y="164592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OKS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8351520" y="164592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85857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Open-source project template</a:t>
            </a:r>
            <a:endParaRPr lang="en-US" sz="650" dirty="0"/>
          </a:p>
        </p:txBody>
      </p:sp>
      <p:sp>
        <p:nvSpPr>
          <p:cNvPr id="5" name="Shape 3"/>
          <p:cNvSpPr/>
          <p:nvPr/>
        </p:nvSpPr>
        <p:spPr>
          <a:xfrm>
            <a:off x="640080" y="1371600"/>
            <a:ext cx="10911840" cy="0"/>
          </a:xfrm>
          <a:prstGeom prst="line">
            <a:avLst/>
          </a:prstGeom>
          <a:noFill/>
          <a:ln w="8890">
            <a:solidFill>
              <a:srgbClr val="DCDC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371600"/>
            <a:ext cx="329184" cy="0"/>
          </a:xfrm>
          <a:prstGeom prst="line">
            <a:avLst/>
          </a:prstGeom>
          <a:noFill/>
          <a:ln w="27940">
            <a:solidFill>
              <a:srgbClr val="F15A2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24128" y="1371600"/>
            <a:ext cx="329184" cy="0"/>
          </a:xfrm>
          <a:prstGeom prst="line">
            <a:avLst/>
          </a:prstGeom>
          <a:noFill/>
          <a:ln w="2794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6537960"/>
            <a:ext cx="5212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5857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OKS · Evidence and Human Systems</a:t>
            </a:r>
            <a:endParaRPr lang="en-US" sz="800" dirty="0"/>
          </a:p>
        </p:txBody>
      </p:sp>
      <p:sp>
        <p:nvSpPr>
          <p:cNvPr id="9" name="Text 7"/>
          <p:cNvSpPr/>
          <p:nvPr>
            <p:ph idx="107" type="title" hasCustomPrompt="1"/>
          </p:nvPr>
        </p:nvSpPr>
        <p:spPr>
          <a:xfrm>
            <a:off x="640080" y="530352"/>
            <a:ext cx="10911840" cy="74980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4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indent="0" marL="0">
              <a:buNone/>
            </a:pPr>
            <a:r>
              <a:rPr lang="en-US" sz="24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Slide title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868680" y="3246120"/>
            <a:ext cx="1045464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11" name="Text 8"/>
          <p:cNvSpPr/>
          <p:nvPr>
            <p:ph idx="109" type="body" hasCustomPrompt="1"/>
          </p:nvPr>
        </p:nvSpPr>
        <p:spPr>
          <a:xfrm>
            <a:off x="868680" y="1810512"/>
            <a:ext cx="1045464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indent="0" marL="0">
              <a:buNone/>
            </a:pPr>
            <a:r>
              <a:rPr lang="en-US" sz="11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Event 1 / Event 2 / Event 3</a:t>
            </a:r>
            <a:endParaRPr lang="en-US" sz="1100" dirty="0"/>
          </a:p>
        </p:txBody>
      </p:sp>
      <p:sp>
        <p:nvSpPr>
          <p:cNvPr id="12" name="Text 8"/>
          <p:cNvSpPr/>
          <p:nvPr>
            <p:ph idx="110" type="body" hasCustomPrompt="1"/>
          </p:nvPr>
        </p:nvSpPr>
        <p:spPr>
          <a:xfrm>
            <a:off x="868680" y="3703320"/>
            <a:ext cx="1045464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0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indent="0" marL="0">
              <a:buNone/>
            </a:pPr>
            <a:r>
              <a:rPr lang="en-US" sz="10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Implications and open questions</a:t>
            </a:r>
            <a:endParaRPr lang="en-US" sz="1000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p">
    <p:bg>
      <p:bgPr>
        <a:solidFill>
          <a:srgbClr val="F3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0624" y="201168"/>
            <a:ext cx="36576" cy="182880"/>
          </a:xfrm>
          <a:prstGeom prst="rect">
            <a:avLst/>
          </a:prstGeom>
          <a:solidFill>
            <a:srgbClr val="F15A24"/>
          </a:solidFill>
          <a:ln w="12700">
            <a:solidFill>
              <a:srgbClr val="F15A2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93776" y="164592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OKS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8351520" y="164592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85857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Open-source project template</a:t>
            </a:r>
            <a:endParaRPr lang="en-US" sz="650" dirty="0"/>
          </a:p>
        </p:txBody>
      </p:sp>
      <p:sp>
        <p:nvSpPr>
          <p:cNvPr id="5" name="Shape 3"/>
          <p:cNvSpPr/>
          <p:nvPr/>
        </p:nvSpPr>
        <p:spPr>
          <a:xfrm>
            <a:off x="640080" y="1371600"/>
            <a:ext cx="10911840" cy="0"/>
          </a:xfrm>
          <a:prstGeom prst="line">
            <a:avLst/>
          </a:prstGeom>
          <a:noFill/>
          <a:ln w="8890">
            <a:solidFill>
              <a:srgbClr val="DCDC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371600"/>
            <a:ext cx="329184" cy="0"/>
          </a:xfrm>
          <a:prstGeom prst="line">
            <a:avLst/>
          </a:prstGeom>
          <a:noFill/>
          <a:ln w="27940">
            <a:solidFill>
              <a:srgbClr val="F15A2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24128" y="1371600"/>
            <a:ext cx="329184" cy="0"/>
          </a:xfrm>
          <a:prstGeom prst="line">
            <a:avLst/>
          </a:prstGeom>
          <a:noFill/>
          <a:ln w="2794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6537960"/>
            <a:ext cx="5212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5857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OKS · Evidence and Human Systems</a:t>
            </a:r>
            <a:endParaRPr lang="en-US" sz="800" dirty="0"/>
          </a:p>
        </p:txBody>
      </p:sp>
      <p:sp>
        <p:nvSpPr>
          <p:cNvPr id="9" name="Text 7"/>
          <p:cNvSpPr/>
          <p:nvPr>
            <p:ph idx="107" type="title" hasCustomPrompt="1"/>
          </p:nvPr>
        </p:nvSpPr>
        <p:spPr>
          <a:xfrm>
            <a:off x="640080" y="530352"/>
            <a:ext cx="10911840" cy="74980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4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indent="0" marL="0">
              <a:buNone/>
            </a:pPr>
            <a:r>
              <a:rPr lang="en-US" sz="24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Slide title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640080" y="1627632"/>
            <a:ext cx="6400800" cy="4764024"/>
          </a:xfrm>
          <a:prstGeom prst="rect">
            <a:avLst/>
          </a:prstGeom>
          <a:solidFill>
            <a:srgbClr val="FBFBF9"/>
          </a:solidFill>
          <a:ln w="8890">
            <a:solidFill>
              <a:srgbClr val="DCDCD6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360920" y="1627632"/>
            <a:ext cx="4191000" cy="4764024"/>
          </a:xfrm>
          <a:prstGeom prst="rect">
            <a:avLst/>
          </a:prstGeom>
          <a:solidFill>
            <a:srgbClr val="FBFBF9"/>
          </a:solidFill>
          <a:ln w="8890">
            <a:solidFill>
              <a:srgbClr val="DCDCD6"/>
            </a:solidFill>
            <a:prstDash val="solid"/>
          </a:ln>
        </p:spPr>
      </p:sp>
      <p:sp>
        <p:nvSpPr>
          <p:cNvPr id="12" name="Text 9"/>
          <p:cNvSpPr/>
          <p:nvPr>
            <p:ph idx="110" type="body" hasCustomPrompt="1"/>
          </p:nvPr>
        </p:nvSpPr>
        <p:spPr>
          <a:xfrm>
            <a:off x="868680" y="1856232"/>
            <a:ext cx="5943600" cy="4306824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indent="0" marL="0">
              <a:buNone/>
            </a:pPr>
            <a:r>
              <a:rPr lang="en-US" sz="12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Map / geography / route</a:t>
            </a:r>
            <a:endParaRPr lang="en-US" sz="1200" dirty="0"/>
          </a:p>
        </p:txBody>
      </p:sp>
      <p:sp>
        <p:nvSpPr>
          <p:cNvPr id="13" name="Text 9"/>
          <p:cNvSpPr/>
          <p:nvPr>
            <p:ph idx="111" type="body" hasCustomPrompt="1"/>
          </p:nvPr>
        </p:nvSpPr>
        <p:spPr>
          <a:xfrm>
            <a:off x="7571232" y="1856232"/>
            <a:ext cx="3733800" cy="4306824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342900" indent="-342900">
              <a:buSzPct val="100000"/>
              <a:buChar char="•"/>
              <a:defRPr lang="en-US" sz="13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Click to add bullet text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Click to add another bullet</a:t>
            </a:r>
            <a:endParaRPr lang="en-US" sz="1300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tity Network">
    <p:bg>
      <p:bgPr>
        <a:solidFill>
          <a:srgbClr val="F3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0624" y="201168"/>
            <a:ext cx="36576" cy="182880"/>
          </a:xfrm>
          <a:prstGeom prst="rect">
            <a:avLst/>
          </a:prstGeom>
          <a:solidFill>
            <a:srgbClr val="F15A24"/>
          </a:solidFill>
          <a:ln w="12700">
            <a:solidFill>
              <a:srgbClr val="F15A2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93776" y="164592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OKS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8351520" y="164592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85857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Open-source project template</a:t>
            </a:r>
            <a:endParaRPr lang="en-US" sz="650" dirty="0"/>
          </a:p>
        </p:txBody>
      </p:sp>
      <p:sp>
        <p:nvSpPr>
          <p:cNvPr id="5" name="Shape 3"/>
          <p:cNvSpPr/>
          <p:nvPr/>
        </p:nvSpPr>
        <p:spPr>
          <a:xfrm>
            <a:off x="640080" y="1371600"/>
            <a:ext cx="10911840" cy="0"/>
          </a:xfrm>
          <a:prstGeom prst="line">
            <a:avLst/>
          </a:prstGeom>
          <a:noFill/>
          <a:ln w="8890">
            <a:solidFill>
              <a:srgbClr val="DCDC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371600"/>
            <a:ext cx="329184" cy="0"/>
          </a:xfrm>
          <a:prstGeom prst="line">
            <a:avLst/>
          </a:prstGeom>
          <a:noFill/>
          <a:ln w="27940">
            <a:solidFill>
              <a:srgbClr val="F15A2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24128" y="1371600"/>
            <a:ext cx="329184" cy="0"/>
          </a:xfrm>
          <a:prstGeom prst="line">
            <a:avLst/>
          </a:prstGeom>
          <a:noFill/>
          <a:ln w="2794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6537960"/>
            <a:ext cx="5212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5857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OKS · Evidence and Human Systems</a:t>
            </a:r>
            <a:endParaRPr lang="en-US" sz="800" dirty="0"/>
          </a:p>
        </p:txBody>
      </p:sp>
      <p:sp>
        <p:nvSpPr>
          <p:cNvPr id="9" name="Text 7"/>
          <p:cNvSpPr/>
          <p:nvPr>
            <p:ph idx="107" type="title" hasCustomPrompt="1"/>
          </p:nvPr>
        </p:nvSpPr>
        <p:spPr>
          <a:xfrm>
            <a:off x="640080" y="530352"/>
            <a:ext cx="10911840" cy="74980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4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indent="0" marL="0">
              <a:buNone/>
            </a:pPr>
            <a:r>
              <a:rPr lang="en-US" sz="24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Slide title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640080" y="1627632"/>
            <a:ext cx="10911840" cy="4764024"/>
          </a:xfrm>
          <a:prstGeom prst="rect">
            <a:avLst/>
          </a:prstGeom>
          <a:solidFill>
            <a:srgbClr val="FBFBF9"/>
          </a:solidFill>
          <a:ln w="8890">
            <a:solidFill>
              <a:srgbClr val="DCDCD6"/>
            </a:solidFill>
            <a:prstDash val="solid"/>
          </a:ln>
        </p:spPr>
      </p:sp>
      <p:sp>
        <p:nvSpPr>
          <p:cNvPr id="11" name="Text 8"/>
          <p:cNvSpPr/>
          <p:nvPr>
            <p:ph idx="109" type="body" hasCustomPrompt="1"/>
          </p:nvPr>
        </p:nvSpPr>
        <p:spPr>
          <a:xfrm>
            <a:off x="868680" y="1856232"/>
            <a:ext cx="10454640" cy="4306824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indent="0" marL="0">
              <a:buNone/>
            </a:pPr>
            <a:r>
              <a:rPr lang="en-US" sz="12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Entity network diagram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ansaction Pattern">
    <p:bg>
      <p:bgPr>
        <a:solidFill>
          <a:srgbClr val="F3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0624" y="201168"/>
            <a:ext cx="36576" cy="182880"/>
          </a:xfrm>
          <a:prstGeom prst="rect">
            <a:avLst/>
          </a:prstGeom>
          <a:solidFill>
            <a:srgbClr val="F15A24"/>
          </a:solidFill>
          <a:ln w="12700">
            <a:solidFill>
              <a:srgbClr val="F15A2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93776" y="164592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OKS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8351520" y="164592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85857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Open-source project template</a:t>
            </a:r>
            <a:endParaRPr lang="en-US" sz="650" dirty="0"/>
          </a:p>
        </p:txBody>
      </p:sp>
      <p:sp>
        <p:nvSpPr>
          <p:cNvPr id="5" name="Shape 3"/>
          <p:cNvSpPr/>
          <p:nvPr/>
        </p:nvSpPr>
        <p:spPr>
          <a:xfrm>
            <a:off x="640080" y="1371600"/>
            <a:ext cx="10911840" cy="0"/>
          </a:xfrm>
          <a:prstGeom prst="line">
            <a:avLst/>
          </a:prstGeom>
          <a:noFill/>
          <a:ln w="8890">
            <a:solidFill>
              <a:srgbClr val="DCDC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371600"/>
            <a:ext cx="329184" cy="0"/>
          </a:xfrm>
          <a:prstGeom prst="line">
            <a:avLst/>
          </a:prstGeom>
          <a:noFill/>
          <a:ln w="27940">
            <a:solidFill>
              <a:srgbClr val="F15A2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24128" y="1371600"/>
            <a:ext cx="329184" cy="0"/>
          </a:xfrm>
          <a:prstGeom prst="line">
            <a:avLst/>
          </a:prstGeom>
          <a:noFill/>
          <a:ln w="2794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6537960"/>
            <a:ext cx="5212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5857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OKS · Evidence and Human Systems</a:t>
            </a:r>
            <a:endParaRPr lang="en-US" sz="800" dirty="0"/>
          </a:p>
        </p:txBody>
      </p:sp>
      <p:sp>
        <p:nvSpPr>
          <p:cNvPr id="9" name="Text 7"/>
          <p:cNvSpPr/>
          <p:nvPr>
            <p:ph idx="107" type="title" hasCustomPrompt="1"/>
          </p:nvPr>
        </p:nvSpPr>
        <p:spPr>
          <a:xfrm>
            <a:off x="640080" y="530352"/>
            <a:ext cx="10911840" cy="74980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4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indent="0" marL="0">
              <a:buNone/>
            </a:pPr>
            <a:r>
              <a:rPr lang="en-US" sz="24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Slide title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640080" y="1627632"/>
            <a:ext cx="5852160" cy="4764024"/>
          </a:xfrm>
          <a:prstGeom prst="rect">
            <a:avLst/>
          </a:prstGeom>
          <a:solidFill>
            <a:srgbClr val="FBFBF9"/>
          </a:solidFill>
          <a:ln w="8890">
            <a:solidFill>
              <a:srgbClr val="DCDCD6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812280" y="1627632"/>
            <a:ext cx="4739640" cy="4764024"/>
          </a:xfrm>
          <a:prstGeom prst="rect">
            <a:avLst/>
          </a:prstGeom>
          <a:solidFill>
            <a:srgbClr val="FBFBF9"/>
          </a:solidFill>
          <a:ln w="8890">
            <a:solidFill>
              <a:srgbClr val="DCDCD6"/>
            </a:solidFill>
            <a:prstDash val="solid"/>
          </a:ln>
        </p:spPr>
      </p:sp>
      <p:sp>
        <p:nvSpPr>
          <p:cNvPr id="12" name="Text 9"/>
          <p:cNvSpPr/>
          <p:nvPr>
            <p:ph idx="110" type="body" hasCustomPrompt="1"/>
          </p:nvPr>
        </p:nvSpPr>
        <p:spPr>
          <a:xfrm>
            <a:off x="868680" y="1856232"/>
            <a:ext cx="5394960" cy="4306824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indent="0" marL="0">
              <a:buNone/>
            </a:pPr>
            <a:r>
              <a:rPr lang="en-US" sz="12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Chart</a:t>
            </a:r>
            <a:endParaRPr lang="en-US" sz="1200" dirty="0"/>
          </a:p>
        </p:txBody>
      </p:sp>
      <p:sp>
        <p:nvSpPr>
          <p:cNvPr id="13" name="Text 9"/>
          <p:cNvSpPr/>
          <p:nvPr>
            <p:ph idx="111" type="body" hasCustomPrompt="1"/>
          </p:nvPr>
        </p:nvSpPr>
        <p:spPr>
          <a:xfrm>
            <a:off x="7022592" y="1856232"/>
            <a:ext cx="4282440" cy="4306824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342900" indent="-342900">
              <a:buSzPct val="100000"/>
              <a:buChar char="•"/>
              <a:defRPr lang="en-US" sz="13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Click to add bullet text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Click to add another bullet</a:t>
            </a:r>
            <a:endParaRPr lang="en-US" sz="1300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rchitecture Diagram">
    <p:bg>
      <p:bgPr>
        <a:solidFill>
          <a:srgbClr val="F3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0624" y="201168"/>
            <a:ext cx="36576" cy="182880"/>
          </a:xfrm>
          <a:prstGeom prst="rect">
            <a:avLst/>
          </a:prstGeom>
          <a:solidFill>
            <a:srgbClr val="F15A24"/>
          </a:solidFill>
          <a:ln w="12700">
            <a:solidFill>
              <a:srgbClr val="F15A2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93776" y="164592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OKS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8351520" y="164592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85857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Open-source project template</a:t>
            </a:r>
            <a:endParaRPr lang="en-US" sz="650" dirty="0"/>
          </a:p>
        </p:txBody>
      </p:sp>
      <p:sp>
        <p:nvSpPr>
          <p:cNvPr id="5" name="Shape 3"/>
          <p:cNvSpPr/>
          <p:nvPr/>
        </p:nvSpPr>
        <p:spPr>
          <a:xfrm>
            <a:off x="640080" y="1371600"/>
            <a:ext cx="10911840" cy="0"/>
          </a:xfrm>
          <a:prstGeom prst="line">
            <a:avLst/>
          </a:prstGeom>
          <a:noFill/>
          <a:ln w="8890">
            <a:solidFill>
              <a:srgbClr val="DCDC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371600"/>
            <a:ext cx="329184" cy="0"/>
          </a:xfrm>
          <a:prstGeom prst="line">
            <a:avLst/>
          </a:prstGeom>
          <a:noFill/>
          <a:ln w="27940">
            <a:solidFill>
              <a:srgbClr val="F15A2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24128" y="1371600"/>
            <a:ext cx="329184" cy="0"/>
          </a:xfrm>
          <a:prstGeom prst="line">
            <a:avLst/>
          </a:prstGeom>
          <a:noFill/>
          <a:ln w="2794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6537960"/>
            <a:ext cx="5212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5857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OKS · Evidence and Human Systems</a:t>
            </a:r>
            <a:endParaRPr lang="en-US" sz="800" dirty="0"/>
          </a:p>
        </p:txBody>
      </p:sp>
      <p:sp>
        <p:nvSpPr>
          <p:cNvPr id="9" name="Text 7"/>
          <p:cNvSpPr/>
          <p:nvPr>
            <p:ph idx="107" type="title" hasCustomPrompt="1"/>
          </p:nvPr>
        </p:nvSpPr>
        <p:spPr>
          <a:xfrm>
            <a:off x="640080" y="530352"/>
            <a:ext cx="10911840" cy="74980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4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indent="0" marL="0">
              <a:buNone/>
            </a:pPr>
            <a:r>
              <a:rPr lang="en-US" sz="24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Slide title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640080" y="1627632"/>
            <a:ext cx="10911840" cy="4764024"/>
          </a:xfrm>
          <a:prstGeom prst="rect">
            <a:avLst/>
          </a:prstGeom>
          <a:solidFill>
            <a:srgbClr val="FBFBF9"/>
          </a:solidFill>
          <a:ln w="8890">
            <a:solidFill>
              <a:srgbClr val="DCDCD6"/>
            </a:solidFill>
            <a:prstDash val="solid"/>
          </a:ln>
        </p:spPr>
      </p:sp>
      <p:sp>
        <p:nvSpPr>
          <p:cNvPr id="11" name="Text 8"/>
          <p:cNvSpPr/>
          <p:nvPr>
            <p:ph idx="109" type="body" hasCustomPrompt="1"/>
          </p:nvPr>
        </p:nvSpPr>
        <p:spPr>
          <a:xfrm>
            <a:off x="868680" y="1856232"/>
            <a:ext cx="10454640" cy="4306824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indent="0" marL="0">
              <a:buNone/>
            </a:pPr>
            <a:r>
              <a:rPr lang="en-US" sz="12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Architecture diagram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odel Card">
    <p:bg>
      <p:bgPr>
        <a:solidFill>
          <a:srgbClr val="F3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0624" y="201168"/>
            <a:ext cx="36576" cy="182880"/>
          </a:xfrm>
          <a:prstGeom prst="rect">
            <a:avLst/>
          </a:prstGeom>
          <a:solidFill>
            <a:srgbClr val="F15A24"/>
          </a:solidFill>
          <a:ln w="12700">
            <a:solidFill>
              <a:srgbClr val="F15A2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93776" y="164592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OKS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8351520" y="164592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85857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Open-source project template</a:t>
            </a:r>
            <a:endParaRPr lang="en-US" sz="650" dirty="0"/>
          </a:p>
        </p:txBody>
      </p:sp>
      <p:sp>
        <p:nvSpPr>
          <p:cNvPr id="5" name="Shape 3"/>
          <p:cNvSpPr/>
          <p:nvPr/>
        </p:nvSpPr>
        <p:spPr>
          <a:xfrm>
            <a:off x="640080" y="1371600"/>
            <a:ext cx="10911840" cy="0"/>
          </a:xfrm>
          <a:prstGeom prst="line">
            <a:avLst/>
          </a:prstGeom>
          <a:noFill/>
          <a:ln w="8890">
            <a:solidFill>
              <a:srgbClr val="DCDC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371600"/>
            <a:ext cx="329184" cy="0"/>
          </a:xfrm>
          <a:prstGeom prst="line">
            <a:avLst/>
          </a:prstGeom>
          <a:noFill/>
          <a:ln w="27940">
            <a:solidFill>
              <a:srgbClr val="F15A2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24128" y="1371600"/>
            <a:ext cx="329184" cy="0"/>
          </a:xfrm>
          <a:prstGeom prst="line">
            <a:avLst/>
          </a:prstGeom>
          <a:noFill/>
          <a:ln w="2794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6537960"/>
            <a:ext cx="5212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5857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OKS · Evidence and Human Systems</a:t>
            </a:r>
            <a:endParaRPr lang="en-US" sz="800" dirty="0"/>
          </a:p>
        </p:txBody>
      </p:sp>
      <p:sp>
        <p:nvSpPr>
          <p:cNvPr id="9" name="Text 7"/>
          <p:cNvSpPr/>
          <p:nvPr>
            <p:ph idx="107" type="title" hasCustomPrompt="1"/>
          </p:nvPr>
        </p:nvSpPr>
        <p:spPr>
          <a:xfrm>
            <a:off x="640080" y="530352"/>
            <a:ext cx="10911840" cy="74980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4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indent="0" marL="0">
              <a:buNone/>
            </a:pPr>
            <a:r>
              <a:rPr lang="en-US" sz="24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Slide title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640080" y="1627632"/>
            <a:ext cx="3430016" cy="1143000"/>
          </a:xfrm>
          <a:prstGeom prst="rect">
            <a:avLst/>
          </a:prstGeom>
          <a:solidFill>
            <a:srgbClr val="FBFBF9"/>
          </a:solidFill>
          <a:ln w="8890">
            <a:solidFill>
              <a:srgbClr val="DCDCD6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380992" y="1627632"/>
            <a:ext cx="3430016" cy="1143000"/>
          </a:xfrm>
          <a:prstGeom prst="rect">
            <a:avLst/>
          </a:prstGeom>
          <a:solidFill>
            <a:srgbClr val="FBFBF9"/>
          </a:solidFill>
          <a:ln w="8890">
            <a:solidFill>
              <a:srgbClr val="DCDCD6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121904" y="1627632"/>
            <a:ext cx="3430016" cy="1143000"/>
          </a:xfrm>
          <a:prstGeom prst="rect">
            <a:avLst/>
          </a:prstGeom>
          <a:solidFill>
            <a:srgbClr val="FBFBF9"/>
          </a:solidFill>
          <a:ln w="8890">
            <a:solidFill>
              <a:srgbClr val="DCDCD6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40080" y="3090672"/>
            <a:ext cx="3430016" cy="1143000"/>
          </a:xfrm>
          <a:prstGeom prst="rect">
            <a:avLst/>
          </a:prstGeom>
          <a:solidFill>
            <a:srgbClr val="FBFBF9"/>
          </a:solidFill>
          <a:ln w="8890">
            <a:solidFill>
              <a:srgbClr val="DCDCD6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380992" y="3090672"/>
            <a:ext cx="3430016" cy="1143000"/>
          </a:xfrm>
          <a:prstGeom prst="rect">
            <a:avLst/>
          </a:prstGeom>
          <a:solidFill>
            <a:srgbClr val="FBFBF9"/>
          </a:solidFill>
          <a:ln w="8890">
            <a:solidFill>
              <a:srgbClr val="DCDCD6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8121904" y="3090672"/>
            <a:ext cx="3430016" cy="1143000"/>
          </a:xfrm>
          <a:prstGeom prst="rect">
            <a:avLst/>
          </a:prstGeom>
          <a:solidFill>
            <a:srgbClr val="FBFBF9"/>
          </a:solidFill>
          <a:ln w="8890">
            <a:solidFill>
              <a:srgbClr val="DCDCD6"/>
            </a:solidFill>
            <a:prstDash val="solid"/>
          </a:ln>
        </p:spPr>
      </p:sp>
      <p:sp>
        <p:nvSpPr>
          <p:cNvPr id="16" name="Text 13"/>
          <p:cNvSpPr/>
          <p:nvPr>
            <p:ph idx="114" type="body" hasCustomPrompt="1"/>
          </p:nvPr>
        </p:nvSpPr>
        <p:spPr>
          <a:xfrm>
            <a:off x="822960" y="1810512"/>
            <a:ext cx="10546080" cy="23774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0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indent="0" marL="0">
              <a:buNone/>
            </a:pPr>
            <a:r>
              <a:rPr lang="en-US" sz="10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Purpose / Inputs / Outputs / Limits / Validation / Owner</a:t>
            </a:r>
            <a:endParaRPr lang="en-US" sz="1000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Risk-Control Table">
    <p:bg>
      <p:bgPr>
        <a:solidFill>
          <a:srgbClr val="F3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0624" y="201168"/>
            <a:ext cx="36576" cy="182880"/>
          </a:xfrm>
          <a:prstGeom prst="rect">
            <a:avLst/>
          </a:prstGeom>
          <a:solidFill>
            <a:srgbClr val="F15A24"/>
          </a:solidFill>
          <a:ln w="12700">
            <a:solidFill>
              <a:srgbClr val="F15A2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93776" y="164592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OKS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8351520" y="164592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85857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Open-source project template</a:t>
            </a:r>
            <a:endParaRPr lang="en-US" sz="650" dirty="0"/>
          </a:p>
        </p:txBody>
      </p:sp>
      <p:sp>
        <p:nvSpPr>
          <p:cNvPr id="5" name="Shape 3"/>
          <p:cNvSpPr/>
          <p:nvPr/>
        </p:nvSpPr>
        <p:spPr>
          <a:xfrm>
            <a:off x="640080" y="1371600"/>
            <a:ext cx="10911840" cy="0"/>
          </a:xfrm>
          <a:prstGeom prst="line">
            <a:avLst/>
          </a:prstGeom>
          <a:noFill/>
          <a:ln w="8890">
            <a:solidFill>
              <a:srgbClr val="DCDC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371600"/>
            <a:ext cx="329184" cy="0"/>
          </a:xfrm>
          <a:prstGeom prst="line">
            <a:avLst/>
          </a:prstGeom>
          <a:noFill/>
          <a:ln w="27940">
            <a:solidFill>
              <a:srgbClr val="F15A2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24128" y="1371600"/>
            <a:ext cx="329184" cy="0"/>
          </a:xfrm>
          <a:prstGeom prst="line">
            <a:avLst/>
          </a:prstGeom>
          <a:noFill/>
          <a:ln w="2794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6537960"/>
            <a:ext cx="5212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5857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OKS · Evidence and Human Systems</a:t>
            </a:r>
            <a:endParaRPr lang="en-US" sz="800" dirty="0"/>
          </a:p>
        </p:txBody>
      </p:sp>
      <p:sp>
        <p:nvSpPr>
          <p:cNvPr id="9" name="Text 7"/>
          <p:cNvSpPr/>
          <p:nvPr>
            <p:ph idx="107" type="title" hasCustomPrompt="1"/>
          </p:nvPr>
        </p:nvSpPr>
        <p:spPr>
          <a:xfrm>
            <a:off x="640080" y="530352"/>
            <a:ext cx="10911840" cy="74980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4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indent="0" marL="0">
              <a:buNone/>
            </a:pPr>
            <a:r>
              <a:rPr lang="en-US" sz="24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Slide title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640080" y="1627632"/>
            <a:ext cx="10911840" cy="4764024"/>
          </a:xfrm>
          <a:prstGeom prst="rect">
            <a:avLst/>
          </a:prstGeom>
          <a:solidFill>
            <a:srgbClr val="FBFBF9"/>
          </a:solidFill>
          <a:ln w="8890">
            <a:solidFill>
              <a:srgbClr val="DCDCD6"/>
            </a:solidFill>
            <a:prstDash val="solid"/>
          </a:ln>
        </p:spPr>
      </p:sp>
      <p:sp>
        <p:nvSpPr>
          <p:cNvPr id="11" name="Text 8"/>
          <p:cNvSpPr/>
          <p:nvPr>
            <p:ph idx="109" type="body" hasCustomPrompt="1"/>
          </p:nvPr>
        </p:nvSpPr>
        <p:spPr>
          <a:xfrm>
            <a:off x="841248" y="1810512"/>
            <a:ext cx="10509504" cy="44348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indent="0" marL="0">
              <a:buNone/>
            </a:pPr>
            <a:r>
              <a:rPr lang="en-US" sz="11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Risk | Control | Owner | State</a:t>
            </a:r>
            <a:endParaRPr lang="en-US" sz="1100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indings and Confidence">
    <p:bg>
      <p:bgPr>
        <a:solidFill>
          <a:srgbClr val="F3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0624" y="201168"/>
            <a:ext cx="36576" cy="182880"/>
          </a:xfrm>
          <a:prstGeom prst="rect">
            <a:avLst/>
          </a:prstGeom>
          <a:solidFill>
            <a:srgbClr val="F15A24"/>
          </a:solidFill>
          <a:ln w="12700">
            <a:solidFill>
              <a:srgbClr val="F15A2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93776" y="164592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OKS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8351520" y="164592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85857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Open-source project template</a:t>
            </a:r>
            <a:endParaRPr lang="en-US" sz="650" dirty="0"/>
          </a:p>
        </p:txBody>
      </p:sp>
      <p:sp>
        <p:nvSpPr>
          <p:cNvPr id="5" name="Shape 3"/>
          <p:cNvSpPr/>
          <p:nvPr/>
        </p:nvSpPr>
        <p:spPr>
          <a:xfrm>
            <a:off x="640080" y="1371600"/>
            <a:ext cx="10911840" cy="0"/>
          </a:xfrm>
          <a:prstGeom prst="line">
            <a:avLst/>
          </a:prstGeom>
          <a:noFill/>
          <a:ln w="8890">
            <a:solidFill>
              <a:srgbClr val="DCDC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371600"/>
            <a:ext cx="329184" cy="0"/>
          </a:xfrm>
          <a:prstGeom prst="line">
            <a:avLst/>
          </a:prstGeom>
          <a:noFill/>
          <a:ln w="27940">
            <a:solidFill>
              <a:srgbClr val="F15A2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24128" y="1371600"/>
            <a:ext cx="329184" cy="0"/>
          </a:xfrm>
          <a:prstGeom prst="line">
            <a:avLst/>
          </a:prstGeom>
          <a:noFill/>
          <a:ln w="2794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6537960"/>
            <a:ext cx="5212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5857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OKS · Evidence and Human Systems</a:t>
            </a:r>
            <a:endParaRPr lang="en-US" sz="800" dirty="0"/>
          </a:p>
        </p:txBody>
      </p:sp>
      <p:sp>
        <p:nvSpPr>
          <p:cNvPr id="9" name="Text 7"/>
          <p:cNvSpPr/>
          <p:nvPr>
            <p:ph idx="107" type="title" hasCustomPrompt="1"/>
          </p:nvPr>
        </p:nvSpPr>
        <p:spPr>
          <a:xfrm>
            <a:off x="640080" y="530352"/>
            <a:ext cx="10911840" cy="74980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4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indent="0" marL="0">
              <a:buNone/>
            </a:pPr>
            <a:r>
              <a:rPr lang="en-US" sz="24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Slide title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640080" y="1627632"/>
            <a:ext cx="6492240" cy="4764024"/>
          </a:xfrm>
          <a:prstGeom prst="rect">
            <a:avLst/>
          </a:prstGeom>
          <a:solidFill>
            <a:srgbClr val="FBFBF9"/>
          </a:solidFill>
          <a:ln w="8890">
            <a:solidFill>
              <a:srgbClr val="DCDCD6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452360" y="1627632"/>
            <a:ext cx="4099560" cy="4764024"/>
          </a:xfrm>
          <a:prstGeom prst="rect">
            <a:avLst/>
          </a:prstGeom>
          <a:solidFill>
            <a:srgbClr val="FBFBF9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9"/>
          <p:cNvSpPr/>
          <p:nvPr>
            <p:ph idx="110" type="body" hasCustomPrompt="1"/>
          </p:nvPr>
        </p:nvSpPr>
        <p:spPr>
          <a:xfrm>
            <a:off x="859536" y="1828800"/>
            <a:ext cx="6035040" cy="4361688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342900" indent="-342900">
              <a:buSzPct val="100000"/>
              <a:buChar char="•"/>
              <a:defRPr lang="en-US" sz="15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Click to add bullet text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Click to add another bullet</a:t>
            </a:r>
            <a:endParaRPr lang="en-US" sz="1500" dirty="0"/>
          </a:p>
        </p:txBody>
      </p:sp>
      <p:sp>
        <p:nvSpPr>
          <p:cNvPr id="13" name="Text 9"/>
          <p:cNvSpPr/>
          <p:nvPr>
            <p:ph idx="111" type="body" hasCustomPrompt="1"/>
          </p:nvPr>
        </p:nvSpPr>
        <p:spPr>
          <a:xfrm>
            <a:off x="7662672" y="1856232"/>
            <a:ext cx="3642360" cy="4306824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0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indent="0" marL="0">
              <a:buNone/>
            </a:pPr>
            <a:r>
              <a:rPr lang="en-US" sz="10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Confidence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Gaps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Rationale</a:t>
            </a:r>
            <a:endParaRPr lang="en-US" sz="1000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Recommended Action">
    <p:bg>
      <p:bgPr>
        <a:solidFill>
          <a:srgbClr val="F3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0624" y="201168"/>
            <a:ext cx="36576" cy="182880"/>
          </a:xfrm>
          <a:prstGeom prst="rect">
            <a:avLst/>
          </a:prstGeom>
          <a:solidFill>
            <a:srgbClr val="F15A24"/>
          </a:solidFill>
          <a:ln w="12700">
            <a:solidFill>
              <a:srgbClr val="F15A2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93776" y="164592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OKS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8351520" y="164592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85857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Open-source project template</a:t>
            </a:r>
            <a:endParaRPr lang="en-US" sz="650" dirty="0"/>
          </a:p>
        </p:txBody>
      </p:sp>
      <p:sp>
        <p:nvSpPr>
          <p:cNvPr id="5" name="Shape 3"/>
          <p:cNvSpPr/>
          <p:nvPr/>
        </p:nvSpPr>
        <p:spPr>
          <a:xfrm>
            <a:off x="640080" y="1371600"/>
            <a:ext cx="10911840" cy="0"/>
          </a:xfrm>
          <a:prstGeom prst="line">
            <a:avLst/>
          </a:prstGeom>
          <a:noFill/>
          <a:ln w="8890">
            <a:solidFill>
              <a:srgbClr val="DCDC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371600"/>
            <a:ext cx="329184" cy="0"/>
          </a:xfrm>
          <a:prstGeom prst="line">
            <a:avLst/>
          </a:prstGeom>
          <a:noFill/>
          <a:ln w="27940">
            <a:solidFill>
              <a:srgbClr val="F15A2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24128" y="1371600"/>
            <a:ext cx="329184" cy="0"/>
          </a:xfrm>
          <a:prstGeom prst="line">
            <a:avLst/>
          </a:prstGeom>
          <a:noFill/>
          <a:ln w="2794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6537960"/>
            <a:ext cx="5212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5857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OKS · Evidence and Human Systems</a:t>
            </a:r>
            <a:endParaRPr lang="en-US" sz="800" dirty="0"/>
          </a:p>
        </p:txBody>
      </p:sp>
      <p:sp>
        <p:nvSpPr>
          <p:cNvPr id="9" name="Text 7"/>
          <p:cNvSpPr/>
          <p:nvPr>
            <p:ph idx="107" type="title" hasCustomPrompt="1"/>
          </p:nvPr>
        </p:nvSpPr>
        <p:spPr>
          <a:xfrm>
            <a:off x="640080" y="530352"/>
            <a:ext cx="10911840" cy="74980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4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indent="0" marL="0">
              <a:buNone/>
            </a:pPr>
            <a:r>
              <a:rPr lang="en-US" sz="24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Slide title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640080" y="1627632"/>
            <a:ext cx="10911840" cy="1417320"/>
          </a:xfrm>
          <a:prstGeom prst="rect">
            <a:avLst/>
          </a:prstGeom>
          <a:solidFill>
            <a:srgbClr val="FCE7DD"/>
          </a:solidFill>
          <a:ln w="12700">
            <a:solidFill>
              <a:srgbClr val="F15A2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40080" y="3364992"/>
            <a:ext cx="10911840" cy="3026664"/>
          </a:xfrm>
          <a:prstGeom prst="rect">
            <a:avLst/>
          </a:prstGeom>
          <a:solidFill>
            <a:srgbClr val="FBFBF9"/>
          </a:solidFill>
          <a:ln w="8890">
            <a:solidFill>
              <a:srgbClr val="DCDCD6"/>
            </a:solidFill>
            <a:prstDash val="solid"/>
          </a:ln>
        </p:spPr>
      </p:sp>
      <p:sp>
        <p:nvSpPr>
          <p:cNvPr id="12" name="Text 9"/>
          <p:cNvSpPr/>
          <p:nvPr>
            <p:ph idx="110" type="body" hasCustomPrompt="1"/>
          </p:nvPr>
        </p:nvSpPr>
        <p:spPr>
          <a:xfrm>
            <a:off x="868680" y="1856232"/>
            <a:ext cx="104546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indent="0" marL="0">
              <a:buNone/>
            </a:pPr>
            <a:r>
              <a:rPr lang="en-US" sz="16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Recommended action</a:t>
            </a:r>
            <a:endParaRPr lang="en-US" sz="1600" dirty="0"/>
          </a:p>
        </p:txBody>
      </p:sp>
      <p:sp>
        <p:nvSpPr>
          <p:cNvPr id="13" name="Text 9"/>
          <p:cNvSpPr/>
          <p:nvPr>
            <p:ph idx="111" type="body" hasCustomPrompt="1"/>
          </p:nvPr>
        </p:nvSpPr>
        <p:spPr>
          <a:xfrm>
            <a:off x="868680" y="3593592"/>
            <a:ext cx="10454640" cy="2615184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342900" indent="-342900">
              <a:buSzPct val="100000"/>
              <a:buChar char="•"/>
              <a:defRPr lang="en-US" sz="15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Click to add bullet text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Click to add another bullet</a:t>
            </a:r>
            <a:endParaRPr lang="en-US" sz="1500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ource Appendix">
    <p:bg>
      <p:bgPr>
        <a:solidFill>
          <a:srgbClr val="F3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0624" y="201168"/>
            <a:ext cx="36576" cy="182880"/>
          </a:xfrm>
          <a:prstGeom prst="rect">
            <a:avLst/>
          </a:prstGeom>
          <a:solidFill>
            <a:srgbClr val="F15A24"/>
          </a:solidFill>
          <a:ln w="12700">
            <a:solidFill>
              <a:srgbClr val="F15A2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93776" y="164592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OKS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8351520" y="164592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85857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Open-source project template</a:t>
            </a:r>
            <a:endParaRPr lang="en-US" sz="650" dirty="0"/>
          </a:p>
        </p:txBody>
      </p:sp>
      <p:sp>
        <p:nvSpPr>
          <p:cNvPr id="5" name="Shape 3"/>
          <p:cNvSpPr/>
          <p:nvPr/>
        </p:nvSpPr>
        <p:spPr>
          <a:xfrm>
            <a:off x="640080" y="1371600"/>
            <a:ext cx="10911840" cy="0"/>
          </a:xfrm>
          <a:prstGeom prst="line">
            <a:avLst/>
          </a:prstGeom>
          <a:noFill/>
          <a:ln w="8890">
            <a:solidFill>
              <a:srgbClr val="DCDC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371600"/>
            <a:ext cx="329184" cy="0"/>
          </a:xfrm>
          <a:prstGeom prst="line">
            <a:avLst/>
          </a:prstGeom>
          <a:noFill/>
          <a:ln w="27940">
            <a:solidFill>
              <a:srgbClr val="F15A2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24128" y="1371600"/>
            <a:ext cx="329184" cy="0"/>
          </a:xfrm>
          <a:prstGeom prst="line">
            <a:avLst/>
          </a:prstGeom>
          <a:noFill/>
          <a:ln w="2794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6537960"/>
            <a:ext cx="5212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5857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OKS · Evidence and Human Systems</a:t>
            </a:r>
            <a:endParaRPr lang="en-US" sz="800" dirty="0"/>
          </a:p>
        </p:txBody>
      </p:sp>
      <p:sp>
        <p:nvSpPr>
          <p:cNvPr id="9" name="Text 7"/>
          <p:cNvSpPr/>
          <p:nvPr>
            <p:ph idx="107" type="title" hasCustomPrompt="1"/>
          </p:nvPr>
        </p:nvSpPr>
        <p:spPr>
          <a:xfrm>
            <a:off x="640080" y="530352"/>
            <a:ext cx="10911840" cy="74980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4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indent="0" marL="0">
              <a:buNone/>
            </a:pPr>
            <a:r>
              <a:rPr lang="en-US" sz="24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Slide title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640080" y="1627632"/>
            <a:ext cx="10911840" cy="4764024"/>
          </a:xfrm>
          <a:prstGeom prst="rect">
            <a:avLst/>
          </a:prstGeom>
          <a:solidFill>
            <a:srgbClr val="FBFBF9"/>
          </a:solidFill>
          <a:ln w="8890">
            <a:solidFill>
              <a:srgbClr val="DCDCD6"/>
            </a:solidFill>
            <a:prstDash val="solid"/>
          </a:ln>
        </p:spPr>
      </p:sp>
      <p:sp>
        <p:nvSpPr>
          <p:cNvPr id="11" name="Text 8"/>
          <p:cNvSpPr/>
          <p:nvPr>
            <p:ph idx="109" type="body" hasCustomPrompt="1"/>
          </p:nvPr>
        </p:nvSpPr>
        <p:spPr>
          <a:xfrm>
            <a:off x="841248" y="1810512"/>
            <a:ext cx="10509504" cy="44348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9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indent="0" marL="0">
              <a:buNone/>
            </a:pPr>
            <a:r>
              <a:rPr lang="en-US" sz="9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Source ID | Type | Extracted item | Use | Restriction</a:t>
            </a:r>
            <a:endParaRPr lang="en-US" sz="900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Divider">
    <p:bg>
      <p:bgPr>
        <a:solidFill>
          <a:srgbClr val="1111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941832"/>
            <a:ext cx="45720" cy="384048"/>
          </a:xfrm>
          <a:prstGeom prst="rect">
            <a:avLst/>
          </a:prstGeom>
          <a:solidFill>
            <a:srgbClr val="F15A24"/>
          </a:solidFill>
          <a:ln w="12700">
            <a:solidFill>
              <a:srgbClr val="F15A24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941832"/>
            <a:ext cx="4572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>
            <p:ph idx="102" type="title" hasCustomPrompt="1"/>
          </p:nvPr>
        </p:nvSpPr>
        <p:spPr>
          <a:xfrm>
            <a:off x="640080" y="1993392"/>
            <a:ext cx="6400800" cy="502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6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Section title</a:t>
            </a:r>
            <a:endParaRPr lang="en-US" sz="2600" dirty="0"/>
          </a:p>
        </p:txBody>
      </p:sp>
      <p:sp>
        <p:nvSpPr>
          <p:cNvPr id="5" name="Text 2"/>
          <p:cNvSpPr/>
          <p:nvPr>
            <p:ph idx="103" type="body" hasCustomPrompt="1"/>
          </p:nvPr>
        </p:nvSpPr>
        <p:spPr>
          <a:xfrm>
            <a:off x="640080" y="2697480"/>
            <a:ext cx="54864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000" dirty="0">
                <a:solidFill>
                  <a:srgbClr val="85857D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indent="0" marL="0">
              <a:buNone/>
            </a:pPr>
            <a:r>
              <a:rPr lang="en-US" sz="1000" dirty="0">
                <a:solidFill>
                  <a:srgbClr val="85857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Section description</a:t>
            </a:r>
            <a:endParaRPr lang="en-US" sz="1000" dirty="0"/>
          </a:p>
        </p:txBody>
      </p:sp>
      <p:sp>
        <p:nvSpPr>
          <p:cNvPr id="6" name="Text 2"/>
          <p:cNvSpPr/>
          <p:nvPr/>
        </p:nvSpPr>
        <p:spPr>
          <a:xfrm>
            <a:off x="640080" y="6537960"/>
            <a:ext cx="5212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5857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OKS · Evidence and Human Systems</a:t>
            </a:r>
            <a:endParaRPr lang="en-US" sz="8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640080" y="1783080"/>
            <a:ext cx="6400800" cy="694944"/>
          </a:xfrm>
          <a:prstGeom prst="rect">
            <a:avLst/>
          </a:prstGeom>
          <a:noFill/>
          <a:ln/>
        </p:spPr>
        <p:txBody>
          <a:bodyPr wrap="square" lIns="0" tIns="0" rIns="0" bIns="0" rtlCol="0">
            <a:normAutofit/>
          </a:bodyPr>
          <a:lstStyle/>
          <a:p>
            <a:pPr indent="0" marL="0">
              <a:buNone/>
            </a:pPr>
            <a:r>
              <a:rPr lang="en-US" sz="30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Evidence and Human Systems</a:t>
            </a:r>
            <a:endParaRPr lang="en-US" sz="3000" dirty="0"/>
          </a:p>
        </p:txBody>
      </p:sp>
      <p:sp>
        <p:nvSpPr>
          <p:cNvPr id="3" name="Text 2"/>
          <p:cNvSpPr/>
          <p:nvPr>
            <p:ph idx="103" type="body" hasCustomPrompt="1"/>
          </p:nvPr>
        </p:nvSpPr>
        <p:spPr>
          <a:xfrm>
            <a:off x="640080" y="2706624"/>
            <a:ext cx="562356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Reusable presentation system for evidence-led human, operational, and technical narratives.</a:t>
            </a:r>
            <a:endParaRPr lang="en-US" sz="1400" dirty="0"/>
          </a:p>
        </p:txBody>
      </p:sp>
      <p:sp>
        <p:nvSpPr>
          <p:cNvPr id="4" name="Text 2"/>
          <p:cNvSpPr/>
          <p:nvPr>
            <p:ph idx="104" type="body" hasCustomPrompt="1"/>
          </p:nvPr>
        </p:nvSpPr>
        <p:spPr>
          <a:xfrm>
            <a:off x="640080" y="3337560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800" dirty="0">
                <a:solidFill>
                  <a:srgbClr val="85857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ForwardMeasure / v0.3.2 / Roboto + orange-teal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140440" y="6537960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/>
          <p:nvPr>
            <p:ph idx="107" type="title" hasCustomPrompt="1"/>
          </p:nvPr>
        </p:nvSpPr>
        <p:spPr>
          <a:xfrm>
            <a:off x="640080" y="530352"/>
            <a:ext cx="10911840" cy="749808"/>
          </a:xfrm>
          <a:prstGeom prst="rect">
            <a:avLst/>
          </a:prstGeom>
          <a:noFill/>
          <a:ln/>
        </p:spPr>
        <p:txBody>
          <a:bodyPr wrap="square" lIns="0" tIns="0" rIns="0" bIns="0" rtlCol="0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Executive assessment</a:t>
            </a:r>
            <a:endParaRPr lang="en-US" sz="2400" dirty="0"/>
          </a:p>
        </p:txBody>
      </p:sp>
      <p:sp>
        <p:nvSpPr>
          <p:cNvPr id="3" name="Text 11"/>
          <p:cNvSpPr/>
          <p:nvPr>
            <p:ph idx="112" type="body" hasCustomPrompt="1"/>
          </p:nvPr>
        </p:nvSpPr>
        <p:spPr>
          <a:xfrm>
            <a:off x="804672" y="1792224"/>
            <a:ext cx="4892040" cy="640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Evidence indicates recurrent use of shared addresses, phones, and payment rails.</a:t>
            </a:r>
            <a:endParaRPr lang="en-US" sz="1000" dirty="0"/>
          </a:p>
        </p:txBody>
      </p:sp>
      <p:sp>
        <p:nvSpPr>
          <p:cNvPr id="4" name="Text 11"/>
          <p:cNvSpPr/>
          <p:nvPr>
            <p:ph idx="113" type="body" hasCustomPrompt="1"/>
          </p:nvPr>
        </p:nvSpPr>
        <p:spPr>
          <a:xfrm>
            <a:off x="6416040" y="1792224"/>
            <a:ext cx="4892040" cy="640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Pattern is consistent with coordinated facilitation rather than incidental overlap.</a:t>
            </a:r>
            <a:endParaRPr lang="en-US" sz="1000" dirty="0"/>
          </a:p>
        </p:txBody>
      </p:sp>
      <p:sp>
        <p:nvSpPr>
          <p:cNvPr id="5" name="Text 11"/>
          <p:cNvSpPr/>
          <p:nvPr>
            <p:ph idx="114" type="body" hasCustomPrompt="1"/>
          </p:nvPr>
        </p:nvSpPr>
        <p:spPr>
          <a:xfrm>
            <a:off x="804672" y="3127248"/>
            <a:ext cx="4892040" cy="640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Several entities may fragment activity and obscure beneficial control.</a:t>
            </a:r>
            <a:endParaRPr lang="en-US" sz="1000" dirty="0"/>
          </a:p>
        </p:txBody>
      </p:sp>
      <p:sp>
        <p:nvSpPr>
          <p:cNvPr id="6" name="Text 11"/>
          <p:cNvSpPr/>
          <p:nvPr>
            <p:ph idx="115" type="body" hasCustomPrompt="1"/>
          </p:nvPr>
        </p:nvSpPr>
        <p:spPr>
          <a:xfrm>
            <a:off x="6416040" y="3127248"/>
            <a:ext cx="4892040" cy="640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Prioritize graph expansion, source validation, and human review.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140440" y="6537960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640080" y="1993392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>
            <a:normAutofit/>
          </a:bodyPr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Intelligence briefing</a:t>
            </a:r>
            <a:endParaRPr lang="en-US" sz="2600" dirty="0"/>
          </a:p>
        </p:txBody>
      </p:sp>
      <p:sp>
        <p:nvSpPr>
          <p:cNvPr id="3" name="Text 2"/>
          <p:cNvSpPr/>
          <p:nvPr>
            <p:ph idx="103" type="body" hasCustomPrompt="1"/>
          </p:nvPr>
        </p:nvSpPr>
        <p:spPr>
          <a:xfrm>
            <a:off x="640080" y="2697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000" dirty="0">
                <a:solidFill>
                  <a:srgbClr val="85857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Operational assessments, confidence language, and intelligence gaps.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140440" y="6537960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/>
          <p:nvPr>
            <p:ph idx="107" type="title" hasCustomPrompt="1"/>
          </p:nvPr>
        </p:nvSpPr>
        <p:spPr>
          <a:xfrm>
            <a:off x="640080" y="530352"/>
            <a:ext cx="10911840" cy="749808"/>
          </a:xfrm>
          <a:prstGeom prst="rect">
            <a:avLst/>
          </a:prstGeom>
          <a:noFill/>
          <a:ln/>
        </p:spPr>
        <p:txBody>
          <a:bodyPr wrap="square" lIns="0" tIns="0" rIns="0" bIns="0" rtlCol="0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Case vignette</a:t>
            </a:r>
            <a:endParaRPr lang="en-US" sz="2400" dirty="0"/>
          </a:p>
        </p:txBody>
      </p:sp>
      <p:sp>
        <p:nvSpPr>
          <p:cNvPr id="3" name="Text 10"/>
          <p:cNvSpPr/>
          <p:nvPr>
            <p:ph idx="111" type="body" hasCustomPrompt="1"/>
          </p:nvPr>
        </p:nvSpPr>
        <p:spPr>
          <a:xfrm>
            <a:off x="896112" y="1938528"/>
            <a:ext cx="2331720" cy="9601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“Human context is carried as evidence, not decoration.”</a:t>
            </a:r>
            <a:endParaRPr lang="en-US" sz="1400" dirty="0"/>
          </a:p>
        </p:txBody>
      </p:sp>
      <p:sp>
        <p:nvSpPr>
          <p:cNvPr id="4" name="Text 10"/>
          <p:cNvSpPr/>
          <p:nvPr>
            <p:ph idx="112" type="body" hasCustomPrompt="1"/>
          </p:nvPr>
        </p:nvSpPr>
        <p:spPr>
          <a:xfrm>
            <a:off x="4069080" y="1856232"/>
            <a:ext cx="7299960" cy="53035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Relevant facts and limits of available evidence.</a:t>
            </a:r>
            <a:endParaRPr lang="en-US" sz="1000" dirty="0"/>
          </a:p>
        </p:txBody>
      </p:sp>
      <p:sp>
        <p:nvSpPr>
          <p:cNvPr id="5" name="Text 10"/>
          <p:cNvSpPr/>
          <p:nvPr>
            <p:ph idx="113" type="body" hasCustomPrompt="1"/>
          </p:nvPr>
        </p:nvSpPr>
        <p:spPr>
          <a:xfrm>
            <a:off x="4069080" y="3200400"/>
            <a:ext cx="7299960" cy="53035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Analytical insight separated from source detail and known gaps.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140440" y="6537960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/>
          <p:nvPr>
            <p:ph idx="107" type="title" hasCustomPrompt="1"/>
          </p:nvPr>
        </p:nvSpPr>
        <p:spPr>
          <a:xfrm>
            <a:off x="640080" y="530352"/>
            <a:ext cx="10911840" cy="749808"/>
          </a:xfrm>
          <a:prstGeom prst="rect">
            <a:avLst/>
          </a:prstGeom>
          <a:noFill/>
          <a:ln/>
        </p:spPr>
        <p:txBody>
          <a:bodyPr wrap="square" lIns="0" tIns="0" rIns="0" bIns="0" rtlCol="0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Basic content</a:t>
            </a:r>
            <a:endParaRPr lang="en-US" sz="2400" dirty="0"/>
          </a:p>
        </p:txBody>
      </p:sp>
      <p:sp>
        <p:nvSpPr>
          <p:cNvPr id="3" name="Text 8"/>
          <p:cNvSpPr/>
          <p:nvPr>
            <p:ph idx="109" type="body" hasCustomPrompt="1"/>
          </p:nvPr>
        </p:nvSpPr>
        <p:spPr>
          <a:xfrm>
            <a:off x="841248" y="1810512"/>
            <a:ext cx="10509504" cy="4434840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t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First bullet is a real editable bullet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Press Enter to create the next bullet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 Tab and Shift+Tab for nested bullet levels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title, rule and content box share the same grid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11140440" y="6537960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/>
          <p:nvPr>
            <p:ph idx="107" type="title" hasCustomPrompt="1"/>
          </p:nvPr>
        </p:nvSpPr>
        <p:spPr>
          <a:xfrm>
            <a:off x="640080" y="530352"/>
            <a:ext cx="10911840" cy="749808"/>
          </a:xfrm>
          <a:prstGeom prst="rect">
            <a:avLst/>
          </a:prstGeom>
          <a:noFill/>
          <a:ln/>
        </p:spPr>
        <p:txBody>
          <a:bodyPr wrap="square" lIns="0" tIns="0" rIns="0" bIns="0" rtlCol="0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Two-column content</a:t>
            </a:r>
            <a:endParaRPr lang="en-US" sz="2400" dirty="0"/>
          </a:p>
        </p:txBody>
      </p:sp>
      <p:sp>
        <p:nvSpPr>
          <p:cNvPr id="3" name="Text 11"/>
          <p:cNvSpPr/>
          <p:nvPr>
            <p:ph idx="112" type="body" hasCustomPrompt="1"/>
          </p:nvPr>
        </p:nvSpPr>
        <p:spPr>
          <a:xfrm>
            <a:off x="841248" y="2139696"/>
            <a:ext cx="4898136" cy="4087368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t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Left column bullet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Supporting point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Qualification</a:t>
            </a:r>
            <a:endParaRPr lang="en-US" sz="1500" dirty="0"/>
          </a:p>
        </p:txBody>
      </p:sp>
      <p:sp>
        <p:nvSpPr>
          <p:cNvPr id="4" name="Text 11"/>
          <p:cNvSpPr/>
          <p:nvPr>
            <p:ph idx="113" type="body" hasCustomPrompt="1"/>
          </p:nvPr>
        </p:nvSpPr>
        <p:spPr>
          <a:xfrm>
            <a:off x="6452616" y="2139696"/>
            <a:ext cx="4898136" cy="4087368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t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Right column bullet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Decision or contrast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Next step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1140440" y="6537960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/>
          <p:nvPr>
            <p:ph idx="107" type="title" hasCustomPrompt="1"/>
          </p:nvPr>
        </p:nvSpPr>
        <p:spPr>
          <a:xfrm>
            <a:off x="640080" y="530352"/>
            <a:ext cx="10911840" cy="749808"/>
          </a:xfrm>
          <a:prstGeom prst="rect">
            <a:avLst/>
          </a:prstGeom>
          <a:noFill/>
          <a:ln/>
        </p:spPr>
        <p:txBody>
          <a:bodyPr wrap="square" lIns="0" tIns="0" rIns="0" bIns="0" rtlCol="0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Systems architecture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1984248" y="2880360"/>
            <a:ext cx="566928" cy="0"/>
          </a:xfrm>
          <a:prstGeom prst="line">
            <a:avLst/>
          </a:prstGeom>
          <a:noFill/>
          <a:ln w="12700">
            <a:solidFill>
              <a:srgbClr val="DCDCD6"/>
            </a:solidFill>
            <a:prstDash val="solid"/>
            <a:tailEnd type="triangle"/>
          </a:ln>
        </p:spPr>
      </p:sp>
      <p:sp>
        <p:nvSpPr>
          <p:cNvPr id="4" name="Shape 2"/>
          <p:cNvSpPr/>
          <p:nvPr/>
        </p:nvSpPr>
        <p:spPr>
          <a:xfrm>
            <a:off x="3675888" y="2880360"/>
            <a:ext cx="566928" cy="0"/>
          </a:xfrm>
          <a:prstGeom prst="line">
            <a:avLst/>
          </a:prstGeom>
          <a:noFill/>
          <a:ln w="12700">
            <a:solidFill>
              <a:srgbClr val="DCDCD6"/>
            </a:solidFill>
            <a:prstDash val="solid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5367528" y="2880360"/>
            <a:ext cx="566928" cy="0"/>
          </a:xfrm>
          <a:prstGeom prst="line">
            <a:avLst/>
          </a:prstGeom>
          <a:noFill/>
          <a:ln w="12700">
            <a:solidFill>
              <a:srgbClr val="DCDCD6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7059168" y="2880360"/>
            <a:ext cx="566928" cy="0"/>
          </a:xfrm>
          <a:prstGeom prst="line">
            <a:avLst/>
          </a:prstGeom>
          <a:noFill/>
          <a:ln w="12700">
            <a:solidFill>
              <a:srgbClr val="DCDCD6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8750808" y="2880360"/>
            <a:ext cx="566928" cy="0"/>
          </a:xfrm>
          <a:prstGeom prst="line">
            <a:avLst/>
          </a:prstGeom>
          <a:noFill/>
          <a:ln w="12700">
            <a:solidFill>
              <a:srgbClr val="DCDCD6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960120" y="2606040"/>
            <a:ext cx="1115568" cy="548640"/>
          </a:xfrm>
          <a:prstGeom prst="rect">
            <a:avLst/>
          </a:prstGeom>
          <a:solidFill>
            <a:srgbClr val="FBFBF9"/>
          </a:solidFill>
          <a:ln w="13970">
            <a:solidFill>
              <a:srgbClr val="315D7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2715768"/>
            <a:ext cx="932688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Evidence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source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651760" y="2606040"/>
            <a:ext cx="1115568" cy="548640"/>
          </a:xfrm>
          <a:prstGeom prst="rect">
            <a:avLst/>
          </a:prstGeom>
          <a:solidFill>
            <a:srgbClr val="FBFBF9"/>
          </a:solidFill>
          <a:ln w="1397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0" y="2715768"/>
            <a:ext cx="932688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Normalize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343400" y="2606040"/>
            <a:ext cx="1115568" cy="548640"/>
          </a:xfrm>
          <a:prstGeom prst="rect">
            <a:avLst/>
          </a:prstGeom>
          <a:solidFill>
            <a:srgbClr val="FBFBF9"/>
          </a:solidFill>
          <a:ln w="13970">
            <a:solidFill>
              <a:srgbClr val="52525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34840" y="2715768"/>
            <a:ext cx="932688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Entity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graph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6035040" y="2606040"/>
            <a:ext cx="1115568" cy="548640"/>
          </a:xfrm>
          <a:prstGeom prst="rect">
            <a:avLst/>
          </a:prstGeom>
          <a:solidFill>
            <a:srgbClr val="FBFBF9"/>
          </a:solidFill>
          <a:ln w="13970">
            <a:solidFill>
              <a:srgbClr val="F15A2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26480" y="2715768"/>
            <a:ext cx="932688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Agent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policy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7726680" y="2606040"/>
            <a:ext cx="1115568" cy="548640"/>
          </a:xfrm>
          <a:prstGeom prst="rect">
            <a:avLst/>
          </a:prstGeom>
          <a:solidFill>
            <a:srgbClr val="FBFBF9"/>
          </a:solidFill>
          <a:ln w="13970">
            <a:solidFill>
              <a:srgbClr val="B8823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818120" y="2715768"/>
            <a:ext cx="932688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Human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review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9418320" y="2606040"/>
            <a:ext cx="1115568" cy="548640"/>
          </a:xfrm>
          <a:prstGeom prst="rect">
            <a:avLst/>
          </a:prstGeom>
          <a:solidFill>
            <a:srgbClr val="FBFBF9"/>
          </a:solidFill>
          <a:ln w="13970">
            <a:solidFill>
              <a:srgbClr val="19191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509760" y="2715768"/>
            <a:ext cx="932688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Audit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record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1140440" y="6537960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07</a:t>
            </a:r>
            <a:endParaRPr lang="en-US" sz="800" dirty="0"/>
          </a:p>
        </p:txBody>
      </p:sp>
      <p:sp>
        <p:nvSpPr>
          <p:cNvPr id="21" name="Text 8"/>
          <p:cNvSpPr/>
          <p:nvPr>
            <p:ph idx="109" type="body" hasCustomPrompt="1"/>
          </p:nvPr>
        </p:nvSpPr>
        <p:spPr>
          <a:xfrm>
            <a:off x="868680" y="1856232"/>
            <a:ext cx="10454640" cy="430682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/>
          <p:nvPr>
            <p:ph idx="107" type="title" hasCustomPrompt="1"/>
          </p:nvPr>
        </p:nvSpPr>
        <p:spPr>
          <a:xfrm>
            <a:off x="640080" y="530352"/>
            <a:ext cx="10911840" cy="749808"/>
          </a:xfrm>
          <a:prstGeom prst="rect">
            <a:avLst/>
          </a:prstGeom>
          <a:noFill/>
          <a:ln/>
        </p:spPr>
        <p:txBody>
          <a:bodyPr wrap="square" lIns="0" tIns="0" rIns="0" bIns="0" rtlCol="0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Transaction pattern</a:t>
            </a:r>
            <a:endParaRPr lang="en-US" sz="2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960120" y="2039112"/>
          <a:ext cx="50292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9"/>
          <p:cNvSpPr/>
          <p:nvPr>
            <p:ph idx="111" type="body" hasCustomPrompt="1"/>
          </p:nvPr>
        </p:nvSpPr>
        <p:spPr>
          <a:xfrm>
            <a:off x="7022592" y="1856232"/>
            <a:ext cx="4282440" cy="4306824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t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orange signal marks the analytic focus. Red is reserved for confirmed risk or failure.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11140440" y="6537960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08</a:t>
            </a:r>
            <a:endParaRPr lang="en-US" sz="800" dirty="0"/>
          </a:p>
        </p:txBody>
      </p:sp>
      <p:sp>
        <p:nvSpPr>
          <p:cNvPr id="6" name="Text 9"/>
          <p:cNvSpPr/>
          <p:nvPr>
            <p:ph idx="110" type="body" hasCustomPrompt="1"/>
          </p:nvPr>
        </p:nvSpPr>
        <p:spPr>
          <a:xfrm>
            <a:off x="868680" y="1856232"/>
            <a:ext cx="5394960" cy="430682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/>
          <p:nvPr>
            <p:ph idx="107" type="title" hasCustomPrompt="1"/>
          </p:nvPr>
        </p:nvSpPr>
        <p:spPr>
          <a:xfrm>
            <a:off x="640080" y="530352"/>
            <a:ext cx="10911840" cy="749808"/>
          </a:xfrm>
          <a:prstGeom prst="rect">
            <a:avLst/>
          </a:prstGeom>
          <a:noFill/>
          <a:ln/>
        </p:spPr>
        <p:txBody>
          <a:bodyPr wrap="square" lIns="0" tIns="0" rIns="0" bIns="0" rtlCol="0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Risk and control table</a:t>
            </a:r>
            <a:endParaRPr lang="en-US" sz="2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68680" y="1975104"/>
          <a:ext cx="10454640" cy="1554480"/>
        </p:xfrm>
        <a:graphic>
          <a:graphicData uri="http://schemas.openxmlformats.org/drawingml/2006/table">
            <a:tbl>
              <a:tblPr/>
              <a:tblGrid>
                <a:gridCol w="2613660"/>
                <a:gridCol w="2613660"/>
                <a:gridCol w="2613660"/>
                <a:gridCol w="2613660"/>
              </a:tblGrid>
              <a:tr h="5181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91918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Risk</a:t>
                      </a:r>
                      <a:endParaRPr lang="en-US" sz="9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64008" marR="64008" marT="64008" marB="64008" anchor="mid">
                    <a:lnL w="7620" cap="flat" cmpd="sng" algn="ctr">
                      <a:solidFill>
                        <a:srgbClr val="DC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91918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Control</a:t>
                      </a:r>
                      <a:endParaRPr lang="en-US" sz="9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64008" marR="64008" marT="64008" marB="64008" anchor="mid">
                    <a:lnL w="7620" cap="flat" cmpd="sng" algn="ctr">
                      <a:solidFill>
                        <a:srgbClr val="DC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91918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Owner</a:t>
                      </a:r>
                      <a:endParaRPr lang="en-US" sz="9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64008" marR="64008" marT="64008" marB="64008" anchor="mid">
                    <a:lnL w="7620" cap="flat" cmpd="sng" algn="ctr">
                      <a:solidFill>
                        <a:srgbClr val="DC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91918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State</a:t>
                      </a:r>
                      <a:endParaRPr lang="en-US" sz="9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64008" marR="64008" marT="64008" marB="64008" anchor="mid">
                    <a:lnL w="7620" cap="flat" cmpd="sng" algn="ctr">
                      <a:solidFill>
                        <a:srgbClr val="DC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91918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False attribution</a:t>
                      </a:r>
                      <a:endParaRPr lang="en-US" sz="9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64008" marR="64008" marT="64008" marB="64008" anchor="mid">
                    <a:lnL w="7620" cap="flat" cmpd="sng" algn="ctr">
                      <a:solidFill>
                        <a:srgbClr val="DC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91918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Source provenance + human review</a:t>
                      </a:r>
                      <a:endParaRPr lang="en-US" sz="9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64008" marR="64008" marT="64008" marB="64008" anchor="mid">
                    <a:lnL w="7620" cap="flat" cmpd="sng" algn="ctr">
                      <a:solidFill>
                        <a:srgbClr val="DC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91918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Ops</a:t>
                      </a:r>
                      <a:endParaRPr lang="en-US" sz="9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64008" marR="64008" marT="64008" marB="64008" anchor="mid">
                    <a:lnL w="7620" cap="flat" cmpd="sng" algn="ctr">
                      <a:solidFill>
                        <a:srgbClr val="DC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91918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Active</a:t>
                      </a:r>
                      <a:endParaRPr lang="en-US" sz="9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64008" marR="64008" marT="64008" marB="64008" anchor="mid">
                    <a:lnL w="7620" cap="flat" cmpd="sng" algn="ctr">
                      <a:solidFill>
                        <a:srgbClr val="DC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91918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Model drift</a:t>
                      </a:r>
                      <a:endParaRPr lang="en-US" sz="9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64008" marR="64008" marT="64008" marB="64008" anchor="mid">
                    <a:lnL w="7620" cap="flat" cmpd="sng" algn="ctr">
                      <a:solidFill>
                        <a:srgbClr val="DC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91918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Monitoring + challenge sets</a:t>
                      </a:r>
                      <a:endParaRPr lang="en-US" sz="9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64008" marR="64008" marT="64008" marB="64008" anchor="mid">
                    <a:lnL w="7620" cap="flat" cmpd="sng" algn="ctr">
                      <a:solidFill>
                        <a:srgbClr val="DC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91918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MRM</a:t>
                      </a:r>
                      <a:endParaRPr lang="en-US" sz="9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64008" marR="64008" marT="64008" marB="64008" anchor="mid">
                    <a:lnL w="7620" cap="flat" cmpd="sng" algn="ctr">
                      <a:solidFill>
                        <a:srgbClr val="DC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91918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Gap</a:t>
                      </a:r>
                      <a:endParaRPr lang="en-US" sz="9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64008" marR="64008" marT="64008" marB="64008" anchor="mid">
                    <a:lnL w="7620" cap="flat" cmpd="sng" algn="ctr">
                      <a:solidFill>
                        <a:srgbClr val="DC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11140440" y="6537960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09</a:t>
            </a:r>
            <a:endParaRPr lang="en-US" sz="800" dirty="0"/>
          </a:p>
        </p:txBody>
      </p:sp>
      <p:sp>
        <p:nvSpPr>
          <p:cNvPr id="5" name="Text 8"/>
          <p:cNvSpPr/>
          <p:nvPr>
            <p:ph idx="109" type="body" hasCustomPrompt="1"/>
          </p:nvPr>
        </p:nvSpPr>
        <p:spPr>
          <a:xfrm>
            <a:off x="841248" y="1810512"/>
            <a:ext cx="10509504" cy="44348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Robot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Robo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OKS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OKS specimen v0.3.2</dc:title>
  <dc:subject>Evidence and Human Systems v0.3.2</dc:subject>
  <dc:creator>OKS Contributors</dc:creator>
  <cp:lastModifiedBy>OKS Contributors</cp:lastModifiedBy>
  <cp:revision>1</cp:revision>
  <dcterms:created xsi:type="dcterms:W3CDTF">2026-08-03T16:46:27Z</dcterms:created>
  <dcterms:modified xsi:type="dcterms:W3CDTF">2026-08-03T16:46:27Z</dcterms:modified>
</cp:coreProperties>
</file>